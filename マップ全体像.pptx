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notesSlides/notesSlide1.xml" ContentType="application/vnd.openxmlformats-officedocument.presentationml.notesSlide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7" r:id="rId5"/>
    <p:sldId id="256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3:47.28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39 24575,'585'2'116,"797"-9"-1561,-876-19 1754,-461 23-294,-21 1-15,-13 1 0,1 0 0,-1 0 0,1 1 0,-1 1 0,1 0 0,17 4 0,-28-5 4,0 0 1,0 0-1,0 1 1,0-1-1,0 0 0,-1 1 1,1-1-1,0 1 1,0-1-1,0 1 1,0 0-1,0-1 1,-1 1-1,1 0 1,0-1-1,0 1 0,-1 0 1,1 0-1,-1 0 1,1 0-1,-1 0 1,1 0-1,-1-1 1,1 1-1,-1 0 0,0 0 1,0 0-1,1 0 1,-1 1-1,0-1 1,0 0-1,0 0 1,0 0-1,0 0 1,0 0-1,0 0 0,-1 0 1,1 0-1,0 0 1,-1 0-1,0 1 1,-23 38 646,-11-3-620,-1-2 0,-1-1 0,-2-1 0,-44 26 0,16-10-19,-166 123-12,-109 84 0,312-230 54,-31 34 0,10-9-1527,40-40-5353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3:48.51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24575,'6'2'0,"0"0"0,1 0 0,-1 1 0,0 0 0,0 0 0,0 0 0,-1 1 0,1 0 0,-1 0 0,0 1 0,0-1 0,8 11 0,-2-4 0,226 256 0,-17-16 0,16-24 0,-203-197-341,0-1 0,3-2-1,49 30 1,-68-46-6485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3:49.20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 0 24575,'5'0'0,"0"9"0,1 12 0,-2 10 0,-1 9 0,-1 7 0,-1 4 0,-5-3 0,-1-5 0,-1-5 0,-3-9 0,0-10-8191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3:49.74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 24575,'4'13'0,"2"13"0,0 15 0,-2 10 0,-1 4 0,-1 2 0,-1-4 0,0-8 0,-1-6 0,-1-10-8191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3:50.97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1662 1 24575,'4'0'0,"6"8"0,2 17 0,-7 21 0,-20 24 0,-35 28 0,-39 21 0,-39 14 0,-46 15 0,-37 7 0,-27-4-699,-6-15 699,19-27 0,40-27 0,51-27-7492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3:52.34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1 434 24575,'222'-57'0,"-106"31"0,774-221 0,-732 201 0,-110 31 0,-17 5 0,1 1 0,0 1 0,0 2 0,42-3 0,-70 9 0,1 0 0,-1 0 0,0 0 0,1 1 0,-1-1 0,0 1 0,1 1 0,-1-1 0,0 0 0,0 1 0,0 0 0,0 0 0,0 0 0,0 1 0,-1-1 0,1 1 0,-1 0 0,0 0 0,0 0 0,0 0 0,0 0 0,0 1 0,-1-1 0,1 1 0,-1 0 0,3 7 0,1 5 0,-1 0 0,-1 1 0,0 0 0,-1-1 0,1 32 0,0 45 3,-4 0 0,-5 0 1,-3 0-1,-29 127 0,3-74-237,-7-2 0,-60 140 0,35-131 7,-7-3-1,-7-4 1,-6-3-1,-6-3 1,-150 173-1,157-218-5912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3:54.69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209 594 24575,'-1'-5'0,"-1"1"0,0 0 0,0 0 0,0 0 0,-1 0 0,1 0 0,-1 0 0,0 1 0,0 0 0,-7-7 0,-1-2 0,-13-16 0,2-1 0,1-1 0,2 0 0,1-2 0,1 0 0,-13-36 0,26 55 0,1 0 0,1 0 0,0 0 0,1-1 0,0 1 0,1 0 0,0 0 0,1-1 0,1 1 0,0 0 0,5-17 0,-6 25 0,1-1 0,0 0 0,0 0 0,1 1 0,-1-1 0,1 1 0,1 0 0,-1 0 0,1 0 0,-1 0 0,1 0 0,1 1 0,-1 0 0,1 0 0,0 0 0,0 0 0,0 1 0,0 0 0,0 0 0,1 0 0,-1 1 0,1 0 0,0 0 0,0 0 0,0 1 0,7-2 0,-4 3 0,-1 0 0,0 0 0,0 0 0,1 1 0,-1 0 0,0 1 0,0 0 0,0 0 0,0 1 0,0 0 0,-1 0 0,10 6 0,5 5 0,0 1 0,30 28 0,-35-28 0,1 0 0,0-1 0,37 20 0,-51-31 0,1 0 0,-1 0 0,0 0 0,0 1 0,0-1 0,0 1 0,-1 0 0,0 0 0,1 1 0,-1-1 0,-1 0 0,1 1 0,-1 0 0,0 0 0,3 6 0,2 12 0,-1 0 0,4 27 0,-5-23 0,-2-15 0,-1 1 0,-1-1 0,0 0 0,-1 1 0,-1 23 0,0-33 0,1 1 0,-1-1 0,0 0 0,1 1 0,-1-1 0,-1 0 0,1 0 0,0 0 0,-1 0 0,0 0 0,0 0 0,0 0 0,0 0 0,0 0 0,0-1 0,-1 0 0,1 1 0,-1-1 0,0 0 0,1 0 0,-1 0 0,0 0 0,0-1 0,0 1 0,-7 1 0,-42 8-455,-1-3 0,-93 3 0,123-10-6371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4:02.67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903 105 24575,'1'49'0,"-2"1"0,-2-2 0,-3 1 0,-1 0 0,-3-1 0,-25 75 0,10-63 0,-2-2 0,-3-1 0,-2-1 0,-2-2 0,-48 57 0,6-22 0,-167 152 0,225-225 0,-1 0 0,0-1 0,-31 17 0,45-29 0,1-1 0,0 1 0,-1-1 0,0 0 0,1 0 0,-1-1 0,0 1 0,0-1 0,0 0 0,0 0 0,0-1 0,0 0 0,0 0 0,0 0 0,0 0 0,0-1 0,0 1 0,0-2 0,0 1 0,0 0 0,1-1 0,-1 0 0,-8-4 0,10 3 0,0 0 0,0 0 0,0 0 0,1 0 0,0 0 0,-1-1 0,1 1 0,0-1 0,0 1 0,1-1 0,-1 0 0,1 0 0,-1-5 0,-11-58 0,11 49 0,-7-58 0,3 0 0,4 0 0,8-79 0,-3 131 0,1 0 0,1 1 0,1 0 0,1 0 0,1 0 0,1 1 0,1 0 0,1 1 0,1 0 0,1 1 0,1 0 0,18-20 0,0 4 0,2 2 0,1 0 0,2 3 0,80-53 0,-101 73 0,89-57 0,196-94 0,-278 153 0,0 1 0,1 1 0,-1 1 0,1 1 0,1 2 0,-1 0 0,28 1 0,-1 3 0,1 3 0,66 13 0,-97-12 0,0 1 0,-1 1 0,40 19 0,7 4 0,-34-15 0,-1 1 0,50 34 0,-62-38 0,-11-6 0,0 0 0,0 1 0,0 1 0,-1-1 0,0 1 0,-1 1 0,1-1 0,10 18 0,-8-7 0,-1 0 0,0 0 0,9 35 0,-6-20 0,28 52 0,3 11 0,-32-66 0,-1 1 0,-2 0 0,6 45 0,-4-14 0,-5-35 0,-1 0 0,0 30 0,-3-11 0,0-12 0,-2 1 0,-8 63 0,7-88 0,-1 1 0,0 0 0,-1-1 0,0 0 0,-1 1 0,-1-2 0,1 1 0,-2-1 0,1 0 0,-1 0 0,-1 0 0,-10 10 0,-26 16 0,-2-1 0,-1-2 0,-1-2 0,-81 37 0,102-53 0,-45 17 0,-2-3 0,-131 34 0,99-33 0,-104 29-1365,123-35-5461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4:14.25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1361 0 24575,'-1'11'0,"0"0"0,-1-1 0,0 1 0,-1-1 0,0 0 0,0 0 0,-8 16 0,-40 65 0,48-86 0,-33 51 0,-4-2 0,-76 84 0,-109 83 0,180-179 0,-177 134 0,126-106 0,66-47 0,-111 79 0,118-87 0,-1-1 0,-1-1 0,0-2 0,-32 11 0,32-13 66,-42 21-1,3-1-1561,45-22-5330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4:15.88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24575,'4'6'0,"-1"1"0,0-1 0,0 1 0,-1 0 0,0 0 0,0 0 0,0 1 0,-1-1 0,0 0 0,0 1 0,-1-1 0,0 8 0,1 13 0,8 42 0,0 9 0,0 85 0,-10 1241-1365,1-1379-5461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4:27.04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1275 1 24575,'0'1'0,"-6"252"0,1-204 0,-1 0 0,-3-1 0,-17 54 0,-106 323 0,38-179 0,37-108 0,34-84 0,-50 82 0,10-21 0,25-47 0,-59 80 0,62-103 0,-2-1 0,-2-2 0,-55 47 0,-146 107 0,218-179-227,-1-1-1,-1-1 1,0-1-1,-1-1 1,-31 12-1,29-17-6598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4:28.80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24575,'6'0'0,"1"1"0,-1 1 0,0-1 0,0 1 0,1 0 0,-1 1 0,0-1 0,-1 1 0,1 0 0,0 1 0,-1 0 0,0-1 0,0 2 0,0-1 0,0 0 0,5 8 0,10 12 0,0 0 0,16 29 0,-24-34 0,143 190 0,19 26 0,-164-222 0,0-1 0,1 0 0,14 11 0,27 33 0,-47-50-195,1 0 0,0-1 0,0 1 0,0-1 0,1-1 0,13 9 0,-6-6-6631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4:30.33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0 458 24575,'59'-35'0,"117"-50"0,-142 70 0,-1 2 0,62-15 0,4-2 0,163-59 0,-18 5 134,-51 16-1633,-159 58-5327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4:31.27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24575,'8'26'0,"8"18"0,10 9 0,5 5 0,1 2 0,-1-6 0,-4-7 0,-4-12 0,-5-7 0,-2-9 0,-3-3 0,1 0 0,-3 2 0,2-3 0,-2 1 0,-2-2-8191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4:32.18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 24575,'0'9'0,"13"15"0,14 18 0,10 14 0,7 6 0,15 6 0,1-4 0,-1-4 0,-6-4 0,-8-12 0,-11-8 0,-8-11 0,-7-5 0,-4-6 0,1-1 0,-2 2 0,0-2 0,-2-3-8191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4:34.12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1742 24575,'1'-1'0,"1"0"0,-1 0 0,1 0 0,0 0 0,-1 0 0,0 0 0,1-1 0,-1 1 0,0 0 0,0-1 0,1 1 0,-1-1 0,1-1 0,3-4 0,177-194 0,-7 10 0,-137 139 0,-2-2 0,-2-1 0,41-93 0,-19 38 0,21-65 0,-59 132 0,-3-1 0,19-84 0,7-22 0,-36 130 0,0-1 0,-1 0 0,2-32 0,5-31 0,-7 55-455,0 1 0,-2-58 0,-2 64-6371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4:34.81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0 24575,'0'13'0,"4"18"0,6 16 0,2 9 0,2 8 0,0-2 0,1-12 0,-2-15-8191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4:35.50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24575,'8'9'0,"4"16"0,8 21 0,9 11 0,0 1 0,-1-1 0,0-11 0,-6-8 0,-5-10-8191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0:04.71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184 0 24575,'-5'7'0,"0"0"0,1 0 0,0 0 0,1 1 0,0-1 0,0 1 0,-2 9 0,-8 19 0,6-19 0,1 1 0,1 0 0,0 0 0,2 0 0,0 0 0,-1 32 0,2-28 0,-9 55 0,6-51 0,-2 51 0,7-36 0,-2 0 0,-11 58 0,6-48 0,2 1 0,3-1 0,5 65 0,0-73 0,-2 0 0,-2 0 0,-2 0 0,-1 0 0,-16 61 0,11-68 0,2 0 0,1 0 0,-3 58 0,11 114 0,0-78 0,-4 10 0,5 152 0,-2-286 0,0-1 0,1 0 0,0 0 0,0 0 0,0-1 0,0 1 0,1 0 0,0-1 0,-1 0 0,2 1 0,-1-1 0,0 0 0,1-1 0,0 1 0,0-1 0,0 1 0,0-1 0,1-1 0,-1 1 0,1 0 0,0-1 0,5 2 0,8 4 0,0-2 0,1 0 0,0 0 0,32 4 0,19-4 0,0-3 0,73-6 0,-19-1 0,1352 4 0,-1326-13 0,-8 1 0,-39 8 0,1-3 0,109-24 0,-182 27 0,1 1 0,31 0 0,-32 3 0,0-1 0,37-8 0,9-1 0,0 3 0,1 3 0,87 7 0,-28 0 0,1021-3 0,-1126-2 0,54-9 0,-54 5 0,54-2 0,13 10 0,80-3 0,-111-12 0,-49 9 0,-1 0 0,30-1 0,2 4-1365,-28 1-5461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0:10.77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272 1773 24575,'1'-66'0,"14"-90"0,-5 47 0,-8-198 0,-4 147 0,2-739 0,0 895 0,0 0 0,-1 1 0,1-1 0,-1 0 0,1 0 0,-1 1 0,0-1 0,0 0 0,-1 1 0,1-1 0,-1 1 0,0 0 0,0 0 0,0-1 0,0 1 0,-4-4 0,4 6 0,0 0 0,0-1 0,1 1 0,-1 0 0,0 0 0,0 0 0,0 1 0,0-1 0,-1 0 0,1 1 0,0-1 0,0 1 0,0 0 0,0 0 0,-1 0 0,1 0 0,0 0 0,0 0 0,0 1 0,-1-1 0,1 1 0,0-1 0,0 1 0,0 0 0,0 0 0,0 0 0,0 0 0,0 0 0,1 0 0,-3 2 0,-14 11 0,0 1 0,1 1 0,1 0 0,1 1 0,0 0 0,2 2 0,-14 22 0,-34 71-1365,52-99-5461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0:12.44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24575,'177'161'0,"-146"-135"0,2-1 0,0-2 0,54 27 0,-57-30-1365,-19-10-5461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0:46.37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28 24575,'167'-13'0,"2"0"0,-80 12 0,103 4 0,-190-3 0,0 0 0,1 0 0,-1 1 0,0-1 0,0 1 0,0-1 0,1 1 0,-1 0 0,0 0 0,0 0 0,0 0 0,0 0 0,0 0 0,-1 1 0,1-1 0,0 1 0,-1-1 0,1 1 0,-1-1 0,1 1 0,-1 0 0,2 2 0,-2 0 0,1-1 0,-1 1 0,0 0 0,0-1 0,-1 1 0,1 0 0,-1 0 0,0-1 0,0 1 0,0 0 0,0 0 0,-2 4 0,0 3 0,-1 0 0,0 1 0,-1-2 0,0 1 0,0 0 0,-2-1 0,-11 19 0,-49 63-1365,57-79-5461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0:47.68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24575,'0'5'0,"0"1"0,0-1 0,0 0 0,1 0 0,0 1 0,0-1 0,0 0 0,1 0 0,-1 0 0,1 0 0,1 0 0,-1-1 0,1 1 0,-1-1 0,1 1 0,1-1 0,4 6 0,-1-5 0,0 1 0,1-2 0,-1 1 0,1-1 0,0 0 0,0-1 0,1 0 0,-1 0 0,15 3 0,26 2-27,0-1-1,1-3 0,0-2 0,51-4 1,-13 0-1200,-66 2-5599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0:58.21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54 24575,'72'-3'0,"111"-20"0,-107 11 0,87-3 0,-160 15 0,0 0 0,0 0 0,0 0 0,-1 0 0,1 0 0,0 0 0,0 1 0,-1-1 0,1 1 0,0 0 0,-1 0 0,1 0 0,-1 0 0,1 1 0,-1-1 0,1 0 0,-1 1 0,0 0 0,0 0 0,0-1 0,0 1 0,0 0 0,3 5 0,-2-1 0,-1 0 0,0 0 0,0 0 0,-1 0 0,0 0 0,0 0 0,0 0 0,-1 1 0,0 11 0,-1 0-273,-1 1 0,-1-1 0,0 1 0,-8 23 0,6-24-6553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0:59.22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0 24575,'1'5'0,"0"0"0,0 0 0,0-1 0,1 1 0,0-1 0,0 1 0,0-1 0,0 1 0,1-1 0,-1 0 0,1 0 0,0-1 0,1 1 0,-1 0 0,0-1 0,1 0 0,0 0 0,7 5 0,9 5 0,0-1 0,30 14 0,-25-14 0,0 0 0,1-2 0,0-1 0,0-1 0,1-1 0,0-1 0,1-2 0,-1 0 0,30-1 0,-42-3-136,0 1-1,0-2 1,-1 0-1,1-1 1,0-1-1,-1 0 1,1-1-1,-1 0 0,23-11 1,-21 6-6690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00.37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27 1 24575,'-20'402'0,"14"-180"-347,6-178-671,0-22-5808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02.49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1 105 24575,'1'-2'0,"0"0"0,0-1 0,0 1 0,0 0 0,0 0 0,1 0 0,-1 1 0,1-1 0,-1 0 0,1 0 0,0 1 0,-1-1 0,1 1 0,0-1 0,2 0 0,34-22 0,-37 23 0,12-7 0,1 1 0,-1 0 0,1 1 0,0 1 0,1 0 0,19-4 0,-31 8 0,0 1 0,0-1 0,1 1 0,-1 0 0,0 0 0,0 0 0,1 0 0,-1 0 0,0 1 0,0-1 0,1 1 0,-1 0 0,0 0 0,0 1 0,0-1 0,0 0 0,0 1 0,-1 0 0,1 0 0,0 0 0,-1 0 0,1 0 0,-1 0 0,0 0 0,0 1 0,0-1 0,0 1 0,0 0 0,0 0 0,-1 0 0,1 0 0,-1 0 0,0 0 0,0 0 0,1 4 0,5 31 0,-1-1 0,-3 1 0,-1 0 0,-1 0 0,-7 51 0,2 24 0,4 261-1365,0-352-5461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03.75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54 24575,'0'-5'0,"9"-1"0,2-4 0,4 0 0,5 2 0,2 1 0,2 3 0,1 2 0,1 1 0,0 0 0,-3 2-8191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04.75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16 24575,'18'0'0,"13"0"0,7 0 0,-3-4 0,-3-2 0,-8 1-8191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05.47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42 24575,'8'0'0,"13"0"0,10 0 0,9 0 0,11 0 0,-3-4 0,-6-2 0,-5 0 0,-5 2 0,-3 1 0,-7-3 0,-2-1 0,-6 1-8191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06.26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24575,'0'4'0,"0"15"0,0 12 0,0 15 0,0 4 0,0 1 0,0-3 0,0 0 0,0-6 0,0-4 0,0-9-8191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06.83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24575,'8'0'0,"13"0"0,10 0 0,5 0 0,1 0 0,-2 0 0,-3 0 0,-6 0-8191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07.44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24575,'4'0'0,"6"0"0,6 0 0,4 0 0,3 0 0,3 0 0,4 0 0,3 0 0,-1 0 0,0 0 0,-7 0-8191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08.24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109 0 24575,'0'5'0,"0"9"0,0 12 0,-4 15 0,-2 8 0,1 5 0,-4 2 0,0 1 0,1-6 0,-2-7 0,1-6 0,1-6 0,3-4 0,-11-11 0,-4-8-8191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08.85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24575,'4'0'0,"2"8"0,4 13 0,4 6 0,1 3 0,-3 1 0,-4-5-8191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09.78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82 1 24575,'4'0'0,"2"8"0,-1 17 0,0 21 0,-2 33 0,-1 25 0,-5 35 0,-7 27 0,-6 18 0,0-2 0,-2-1 0,3-19 0,3-31 0,4-35 0,3-28 0,3-23 0,1-18-8191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11.38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1 210 24575,'0'-3'0,"0"0"0,1 0 0,0 0 0,0 0 0,0 1 0,0-1 0,0 0 0,0 0 0,1 1 0,-1-1 0,1 1 0,0-1 0,-1 1 0,1 0 0,0 0 0,1-1 0,2-1 0,47-31 0,-43 29 0,46-26 0,108-45 0,-160 75 0,0 1 0,0 0 0,0-1 0,0 1 0,0 0 0,0 1 0,1-1 0,-1 1 0,0-1 0,0 1 0,1 0 0,-1 0 0,0 0 0,0 0 0,1 1 0,-1 0 0,0-1 0,0 1 0,0 0 0,0 1 0,0-1 0,0 0 0,0 1 0,0 0 0,-1-1 0,1 1 0,0 0 0,-1 0 0,0 1 0,1-1 0,-1 0 0,0 1 0,0 0 0,0-1 0,-1 1 0,1 0 0,-1 0 0,1 0 0,-1 0 0,0 0 0,1 5 0,4 13 9,0 0 0,-2 1 0,0 0 0,1 40 1,-8 94-253,0-77-925,2-55-5658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12.58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1 157 24575,'4'0'0,"2"-4"0,8-7 0,6-4 0,5-1 0,1-2 0,-3-2 0,-1 3 0,0 3 0,-4 1 0,0 2 0,0 2 0,3 4 0,1 2 0,-3 2-8191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13.51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0 113 24575,'4'0'0,"7"0"0,8 0 0,7 0 0,3 0 0,1 0 0,-1-4 0,0-2 0,-1-4 0,-1-1 0,-1 3 0,-4-3 0,-2 1 0,-5-3 0,1 2 0,0 2 0,-1-1 0,-4 0-8191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16.53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0 124 24575,'13'-12'0,"0"2"0,1 0 0,0 0 0,0 1 0,1 1 0,23-9 0,-4 3 0,68-16 0,-98 29 0,0 0 0,0 0 0,0 1 0,0-1 0,0 1 0,0 0 0,0 0 0,0 1 0,0-1 0,0 1 0,0 0 0,0 0 0,0 0 0,0 1 0,0-1 0,-1 1 0,1 0 0,-1 0 0,1 0 0,-1 1 0,0-1 0,1 1 0,-2-1 0,1 1 0,0 0 0,0 0 0,-1 1 0,0-1 0,1 0 0,1 6 0,6 12 0,-1-1 0,-2 1 0,0 1 0,6 34 0,3 6 0,-9-43 0,-1-3 0,-1 1 0,0 0 0,-1 0 0,-1 1 0,1 29 0,-2-26 0,0 0 0,7 27 0,-4-26 0,-2 0 0,2 24 0,-26 484 0,14-289 0,5-230 0,0 0 0,-1 0 0,0 0 0,-1-1 0,-7 16 0,7-16 0,-1 1 0,1 0 0,1 0 0,-4 20 0,-1 18 0,-23 78 0,24-113 0,0-19 0,-6-37 0,5 10 0,-8-4-111,7 12-140,-1 2 0,-1-1 1,-1 2-1,-26-37 0,24 43-6575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17.76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50 0 24575,'0'5'0,"0"10"0,0 6 0,0 9 0,0 4 0,0 4 0,0 1 0,0 1 0,0 0 0,0 1 0,0-3 0,-4-6 0,-2-1 0,-4-1 0,0-2 0,1 0 0,3-2 0,2-4-8191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18.82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80 24575,'0'-4'0,"5"-2"0,5 0 0,6 2 0,4-4 0,3-4 0,3-1 0,4 3 0,3 2 0,-1 3 0,-1 3 0,-1 0 0,-2 2 0,-1 0 0,-1 1 0,-5-1-8191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19.75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24575,'4'4'0,"6"2"0,6 0 0,4-2 0,4-1 0,1-1 0,1-1 0,1-1 0,0 0 0,-1 0 0,-4 0-8191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20.67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24575,'4'0'0,"2"4"0,4 2 0,0 4 0,4 13 0,-2 12 0,2 4 0,-1 4 0,1 4 0,-2 2 0,-3-3 0,-2-4 0,-4-10-8191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21.81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0 167 24575,'1'-3'0,"0"1"0,0-1 0,0 0 0,0 1 0,0-1 0,0 1 0,1-1 0,-1 1 0,1 0 0,0-1 0,0 1 0,-1 0 0,1 0 0,1 0 0,-1 0 0,3-1 0,42-30 0,-41 30 0,126-74 0,-129 76 0,-1-1 0,1 0 0,0 1 0,-1 0 0,1 0 0,0 0 0,0 0 0,0 0 0,0 0 0,0 1 0,0-1 0,0 1 0,0 0 0,0 0 0,1 0 0,-1 1 0,0-1 0,0 1 0,0-1 0,0 1 0,0 0 0,-1 0 0,1 0 0,0 1 0,4 2 0,-2 0 0,0 1 0,0-1 0,-1 1 0,0 0 0,0 1 0,0-1 0,-1 1 0,0-1 0,0 1 0,0 0 0,3 10 0,15 48-682,21 109-1,-38-149-6143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22.31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24575,'4'0'0,"6"0"0,6 0 0,4 0 0,-1 0-8191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51:22.85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1 270 24575,'0'-4'0,"0"-6"0,4-6 0,2-4 0,4-3 0,4-3 0,5 0 0,-1-1 0,1 0 0,1 5 0,-3 1 0,1 5 0,1 5 0,6-1 0,-1 3-8191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6:31.2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644 1137 24575,'24'-445'0,"-19"404"0,3 1 0,2 0 0,1 0 0,26-61 0,-29 86 0,1 1 0,0-1 0,1 2 0,16-20 0,7-8 0,-21 29 0,1-1 0,1 1 0,-1 1 0,2 0 0,0 1 0,0 1 0,1 0 0,0 1 0,19-6 0,42-26 0,-29 16 0,1 2 0,1 1 0,67-17 0,-48 16 0,-36 15 0,0 1 0,0 1 0,1 2 0,-1 2 0,1 1 0,34 4 0,23-1 0,1213-3 0,-1105 13 0,-17 0 0,-13 3 0,-63-4 0,87 8 0,107 8 0,-181-21 0,216 43 0,58 12 0,529 3 0,-435-38 0,-485-27 0,265 26 0,-230-20 0,-1 2 0,0 1 0,0 2 0,-1 1 0,40 21 0,-49-18 0,-1 2 0,-1 1 0,44 40 0,-21-15 0,448 374 0,312 270 0,-657-540 0,-86-82 0,-37-32 0,0 1 0,-2 1 0,-2 2 0,23 47 0,-34-62 0,342 687 0,-276-486 0,-60-167 0,-5-12 0,-1 0 0,-2 1 0,-3 0 0,-1 0 0,-2 1 0,-2-1 0,-2 1 0,-3 0 0,-1-1 0,-2 0 0,-2 0 0,-2 0 0,-2-1 0,-2 0 0,-2-1 0,-23 45 0,-462 762 0,157-312 0,336-528 0,1 0 0,-2 0 0,1 0 0,-2-1 0,1-1 0,-1 1 0,0-1 0,-14 7 0,-14 7 0,-43 17 0,22-11 0,-69 34 0,-154 53 0,201-89 0,0-3 0,-1-4 0,-111 11 0,-275-6 0,250-17 0,127-7 0,-156-21 0,112 6 0,-540-24 0,27 2 0,617 35 0,1-1 0,0-2 0,0-1 0,1-2 0,0 0 0,0-2 0,1-1 0,-41-23 0,25 12 0,0 1 0,-2 3 0,-54-15 0,46 16 0,-46-15 0,-195-37 0,268 63 0,1-1 0,1-1 0,0-1 0,-45-23 0,-17-7 0,-391-148 0,237 81 0,133 57 0,4-2 0,-46-20 0,-259-73 0,107 28 0,-5-27 0,-102-50 0,386 181 0,-43-29 0,49 30 0,0 0 0,0 1 0,-1 1 0,-29-11 0,18 8 0,2-2 0,-1 0 0,2-2 0,-39-29 0,42 29 0,-31-26 0,-64-64 0,108 96 0,-35-37 0,3-2 0,2-2 0,-41-68 0,19 28 0,43 60 0,1-1 0,1-1 0,2 0 0,1-1 0,2-1 0,1 0 0,-11-69 0,5 23 0,5-1 0,-5-146 0,5 56 0,0 6 0,11 59 0,4-119 0,0 201 0,1 1 0,0 0 0,2 0 0,13-31 0,43-89 0,-58 136 0,54-95 0,-30 58 0,-13 23 0,2 0 0,32-33 0,-16 18 0,133-164 0,-116 147 0,-24 26 0,30-41 0,-44 51-341,-2-1 0,0 0-1,9-26 1,-12 30-6485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6:37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769 1 24575,'-2'58'0,"-2"0"0,-3 0 0,-20 76 0,-60 166 0,41-153 0,-209 580 0,86-270 0,159-411 0,9-36 0,-1-1 0,0 0 0,0 1 0,-1-1 0,0 0 0,-1-1 0,-6 14 0,-1-47 0,-28-150 0,-21-239 0,39 258-1365,18 124-5461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6:46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93 24575,'33'-2'0,"51"-8"0,4-1 0,-39 6-341,-1-3 0,1-1-1,87-31 1,-114 33-6485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05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2503 32 24575,'-50'0'0,"12"1"0,0-1 0,0-2 0,-66-12 0,58 7 0,1 2 0,-1 2 0,-1 2 0,-61 6 0,91-4 0,-224 24 0,-64 2 0,262-24 0,-50 9 0,17-2 0,-40 12 0,77-13 0,-51 5 0,-134 18 0,99-12 0,59-13 0,-71-3 0,-14 1 0,102-2-86,22-2-234,1 1 0,-1 1 1,-47 13-1,57-10-6506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17.2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8982 27 24575,'-53'-10'0,"11"1"0,-53 1 0,-181 11 0,220 4 0,1 3 0,1 2 0,-80 29 0,45-13 0,-31 9 0,-223 55 0,118-42 0,181-40 0,-76 29 0,-15 3 0,-440 106 0,459-111 0,-54 14 0,-267 31 0,120-26 0,206-34 0,-387 96 0,215-22 0,-128 40 0,-204 75 0,365-102 0,143-60 0,-39 14 0,-3-6 0,-217 52 0,309-97 0,0-3 0,-1-2 0,-97-2 0,80-8 0,40 1 0,0 1 0,-67 8 0,82-2 0,1 2 0,0 0 0,1 1 0,0 1 0,0 1 0,1 0 0,0 1 0,-28 24 0,19-15 0,-93 74 0,-120 122 0,-91 126 0,241-248 0,-422 497 0,396-408 0,74-117 0,2 2 0,-34 86 0,-6 13 0,57-126 0,2 2 0,2 1 0,2 0 0,-21 91 0,17-41 0,11-60 0,2 1 0,1 0 0,-2 55 0,9-39 0,2 0 0,2 0 0,3-1 0,2 1 0,2-2 0,32 85 0,0-32 0,65 110 0,72 88 0,-174-290 0,16 27 0,1-1 0,3-1 0,1-2 0,1 0 0,1-2 0,2-1 0,2-2 0,0-1 0,2-2 0,0-1 0,2-2 0,49 21 0,76 23 0,124 59 0,-155-65 0,2-5 0,151 38 0,-23-8 0,-217-69 0,243 79 0,192 59 0,-303-101 0,195 88 0,-294-112 0,1-3 0,142 26 0,-111-28 0,34 6 0,147 40 0,-166-20 0,-81-30 0,53 15 0,126 36 0,56 15 0,-19-16 0,288 37 0,-280-59 0,-180-36 0,0-2 0,0-5 0,93-7 0,198-21 0,-22-2 0,-281 13 0,20-1 0,661 14 0,-208 24 0,192 1 0,-713-28 0,1-2 0,-1-1 0,0-1 0,44-16 0,31-7 0,-19 13 0,0 5 0,90-2 0,172 14 0,-160 2 0,342-18 0,47 5 0,-549 8 0,0-1 0,0-1 0,-1-2 0,32-10 0,0 0 0,100-20 0,1 7 0,215-12 0,-133 13 0,-75 5 0,-32 19 0,-88 4 0,65-7 0,167-14 0,-143 15 0,372-5 0,-152 7 0,-294-2 0,0-1 0,-1-4 0,72-21 0,-95 22 0,-1 0 0,-1 1 0,2 2 0,-1 2 0,38-2 0,-29 7 0,-18 0 0,-1 0 0,1-1 0,-1-2 0,49-11 0,-23 2 0,1 2 0,0 2 0,54 0 0,53-8 0,337-44 0,720-76 0,-554 55 0,-473 73 0,-77 6 0,-51-4 0,76-17 0,-24 3 0,118-31 0,-112 27 0,-82 14 0,1 3 0,73-6 0,-79 12 0,134-1 0,244-36 0,-319 23 0,1 4 0,117 2 0,-141 6 0,0-2 0,76-18 0,-30 5 0,274-58 0,-201 35 0,71-22 0,-248 61 0,0-1 0,0 0 0,0 0 0,-1-1 0,1-1 0,-1 1 0,0-2 0,0 1 0,-1-1 0,0 0 0,11-11 0,53-56 0,-51 50 0,39-34 0,-49 46 0,-1 0 0,-1 0 0,0-1 0,0 0 0,-1 0 0,10-23 0,1 1 0,-13 22 0,-1-1 0,-1 0 0,0 1 0,0-1 0,-1-1 0,0-12 0,5-14 0,-3 3 0,-1 1 0,-1-1 0,-5-59 0,1 28 0,-1 54 0,0 0 0,-1 0 0,-1 0 0,0 0 0,0 1 0,-2-1 0,1 1 0,-13-18 0,-4-15 0,5 12-1365,9 19-5461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50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24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24575,'40'749'0,"-36"-707"0,89 653 0,-79-607 0,24 109 0,45 195 0,-21-77 0,-42-244 0,-12-47 0,-2 1 0,0 0 0,-1 0 0,1 27 0,-3-21 0,2-1 0,1 0 0,1 0 0,20 53 0,-15-52 0,-2 1 0,-2 0 0,0 0 0,3 43 0,-3 279 0,-9-194 0,29 231 0,-17-323 0,17 114 0,6 225 0,-21-255 0,0 8 0,-13-144 0,1 0 0,0 0 0,1-1 0,1 1 0,0 0 0,1-1 0,9 21 0,-13-36 0,0 0 0,0 0 0,0 1 0,0-1 0,0 0 0,0 0 0,0 0 0,0 0 0,0 1 0,0-1 0,0 0 0,0 0 0,0 0 0,1 1 0,-1-1 0,0 0 0,0 0 0,0 0 0,0 0 0,0 0 0,0 1 0,1-1 0,-1 0 0,0 0 0,0 0 0,0 0 0,0 0 0,1 0 0,-1 0 0,0 0 0,0 0 0,0 1 0,1-1 0,-1 0 0,0 0 0,0 0 0,0 0 0,1 0 0,-1 0 0,0 0 0,0 0 0,0 0 0,1-1 0,-1 1 0,0 0 0,0 0 0,0 0 0,1 0 0,-1 0 0,0 0 0,5-14 0,-3-20 0,-4 8 0,-1 0 0,-1 0 0,-2 0 0,0 1 0,-2-1 0,-1 2 0,-12-25 0,-93-160 0,-95-87 0,183 263 60,-41-39 0,55 61-272,-1 0 0,0 0 0,0 2-1,-1 0 1,0 0 0,-21-9 0,17 12-6614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26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1578 24575,'2'-32'0,"0"-1"0,3 1 0,0 0 0,2 1 0,1-1 0,21-50 0,95-170 0,-107 222 0,1-3 0,352-690 0,-254 479-1365,-105 222-5461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52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4055 4082 24575,'-57'2'0,"-77"15"0,-1-1 0,-394 13 0,-56 5 0,461-23 0,-205 9 0,-198-47 0,445 18 0,-219-31 0,234 28 0,0-4 0,-93-34 0,-131-88 0,247 115 0,12 7 0,0-2 0,1-2 0,1-1 0,1-1 0,1-1 0,1-1 0,1-2 0,1-1 0,2-1 0,-36-54 0,21 23 0,4-2 0,2-2 0,3-1 0,2-1 0,4-1 0,-27-122 0,29 45 0,6-1 0,4-210 0,11 337 0,7-132 0,-4 128 0,1-1 0,0 1 0,2 0 0,16-39 0,10-8 0,3 1 0,2 2 0,4 1 0,3 2 0,2 2 0,2 2 0,3 3 0,3 1 0,2 3 0,2 3 0,2 2 0,97-56 0,-40 43 0,211-73 0,-216 91 0,20-7 0,3 7 0,252-44 0,-31 22 0,57-8 0,369-26 0,-114 76 0,-126 10 0,-272-10 0,247-14 0,-63 29 0,-376-1 0,96-21 0,-95 14 0,-4 0 0,8-1 0,83-4 0,139 13 0,187-17 0,-488 22 0,583-52 0,-144 15 0,28-1 0,-160 27 0,5-1 0,348 0 0,117 0 0,-176-25 0,-560 34 0,416-54 0,26-22 0,-452 74 0,42-13 0,-51 12 0,1 1 0,-1 1 0,44-3 0,476 10 0,-484-1 0,-1 3 0,0 3 0,-1 2 0,0 3 0,82 27 0,-132-36 0,0 1 0,0 0 0,-1 0 0,0 1 0,0 0 0,0 0 0,0 1 0,-1 0 0,0 1 0,0 0 0,-1 0 0,0 0 0,0 1 0,-1 0 0,1 1 0,-2 0 0,1-1 0,-2 2 0,6 11 0,126 464 0,-90-299 0,-37-136 0,-3 0 0,-1 0 0,-3 1 0,-5 74 0,0-17 0,1-62 0,-2 0 0,-2 0 0,-2 0 0,-3-1 0,-1 0 0,-2-1 0,-2 0 0,-43 81 0,-5-13 0,-155 202 0,184-272 0,-1-1 0,-2-1 0,-2-2 0,-1-2 0,-70 46 0,41-38 0,-2-3 0,-151 62 0,-104 10 0,307-106 0,9-3 0,-349 101 0,346-102 0,-89 21 0,-161 57 0,218-64 0,-1-3 0,-71 12 0,27-11 0,0-4 0,-108 0 0,113-7 0,-102 18 0,-38 2 0,96-11 0,-26 0 0,-2415-14 0,2540 3 0,-52 9 0,0 0 0,-131 13 0,-159 8 0,320-30 0,-89 17 0,21-2 0,-255 50 0,350-61 0,-518 95 0,268-57 0,245-39 0,-54 18 0,-2 1 0,-159 15 0,34-8 0,176-22 0,-55 20 0,54-16 0,-47 11 0,-281 77 0,279-65 0,69-27 0,0-1 0,0-1 0,-1-1 0,1 0 0,-1-2 0,-22 4 0,11-3-195,0 1 0,0 2 0,0 0 0,1 2 0,0 2 0,-47 26 0,51-26-6631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6:47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24575,'57'0'0,"138"4"0,-163-1 0,1 1 0,-1 2 0,62 19 0,-92-24-52,1 0-1,0 0 1,0 0-1,0 1 1,-1-1-1,1 1 1,-1 0-1,1 0 1,-1 0-1,0 0 1,0 0-1,0 0 1,0 1-1,0-1 1,0 1-1,-1-1 1,1 1-1,-1 0 1,0-1-1,0 1 1,0 0-1,0 0 1,0 0-1,0 0 0,0 4 1,0 13-6774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6:48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24575,'0'4'0,"0"6"0,0 6 0,4 4 0,7-1 0,0 1 0,3-4 0,8-4 0,9 0 0,8-1 0,2-4 0,2-2 0,-6-2-8191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6:49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24575,'368'13'0,"-18"1"0,-336-15 0,-5 1 0,0 0 0,-1 0 0,1 1 0,-1 0 0,11 3 0,-18-4 0,-1 0 0,1 0 0,-1 1 0,1-1 0,-1 0 0,0 0 0,1 1 0,-1-1 0,1 0 0,-1 0 0,0 1 0,1-1 0,-1 1 0,0-1 0,1 0 0,-1 1 0,0-1 0,0 1 0,0-1 0,1 0 0,-1 1 0,0-1 0,0 1 0,0-1 0,0 1 0,0-1 0,0 1 0,0-1 0,0 1 0,0-1 0,0 1 0,0-1 0,0 1 0,0-1 0,0 1 0,0-1 0,0 1 0,0-1 0,-1 1 0,1-1 0,0 0 0,0 1 0,-1-1 0,1 1 0,0-1 0,-1 0 0,1 1 0,0-1 0,-1 0 0,1 1 0,0-1 0,-1 0 0,1 1 0,-1-1 0,0 0 0,-24 19 0,25-19 0,-21 15-273,-1-2 0,-1-1 0,0 0 0,-48 15 0,51-22-6553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6:50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24575,'1'10'0,"0"-1"0,0 0 0,0 1 0,1-1 0,1 0 0,0 0 0,0 0 0,1 0 0,7 14 0,-8-18 0,1 1 0,-1-1 0,1 0 0,0 0 0,0 0 0,1 0 0,0-1 0,-1 1 0,2-1 0,-1-1 0,0 1 0,1-1 0,-1 0 0,1 0 0,6 2 0,25 5 0,0-2 0,1-2 0,-1-1 0,1-2 0,0-2 0,66-5 0,-64-6-1365,-24 4-5461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6:51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24575,'13'0'0,"18"4"0,16 2 0,14 4 0,4 0 0,1-1 0,-2-3 0,-4-1 0,-8-3 0,-12-1-8191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6:52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0 24575,'-12'30'0,"1"1"0,1 0 0,2 1 0,1 0 0,2 0 0,-2 59 0,-7 30 0,-31 218 0,-6 38 0,43-312-1365,6-40-5461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6:52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0 24575,'-14'9'0,"-16"15"0,-17 18 0,-9 5 0,0 4 0,2-7 0,9-6 0,13-6 0,11-8-8191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6:53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24575,'4'0'0,"6"5"0,10 9 0,2 12 0,5 14 0,-1 5 0,-2-1 0,5 5 0,2-1 0,-5-5 0,-3-9 0,-4-2 0,-2-2 0,1-2 0,-2-1 0,-5-6-8191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6:54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24575,'4'13'0,"6"13"0,2 7 0,-2-3-8191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6:54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24575,'4'4'0,"2"11"0,4 6 0,0 5 0,3-3 0,-1 0 0,-2 0 0,1 0 0,-1 1 0,2 5 0,-1 2 0,3 0 0,-3-1 0,-1-1 0,-4-6-8191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6:56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3 24575,'151'-2'0,"164"5"0,-312-3 0,0 1 0,0 0 0,1 0 0,-1 0 0,0 0 0,0 0 0,0 1 0,0-1 0,0 1 0,0 0 0,-1 0 0,1 0 0,0 0 0,-1 0 0,0 1 0,1-1 0,-1 1 0,0 0 0,0-1 0,-1 1 0,1 0 0,0 0 0,-1 0 0,0 0 0,0 0 0,0 1 0,1 5 0,2 9 0,-1 1 0,-1-1 0,0 35 0,-2-38 0,-5 300 0,3-303 0,0-1 0,-1 1 0,0-1 0,-1 0 0,0 0 0,-1-1 0,0 1 0,-1-1 0,0 0 0,-1-1 0,0 1 0,-8 8 0,-18 18 0,-57 48 0,62-59 0,-35 34 0,-73 62 0,116-106 0,0-1 0,-1-1 0,-1 0 0,0-2 0,-30 11 0,-10 9 119,24-11-1603,20-11-5342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6:57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24575,'2'51'0,"3"0"0,1 0 0,3 0 0,20 64 0,-22-94 11,1-1 0,1 0 0,0 0 0,2-1 0,0 0 0,1-1-1,1 0 1,1-1 0,0 0 0,29 25 0,-17-20-259,2-1 1,1-1-1,0-1 1,1-1-1,64 25 1,-64-31-6579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6:59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24575,'-1'12'0,"2"-1"0,0 1 0,0-1 0,1 1 0,0-1 0,1 0 0,0 0 0,7 14 0,-7-18 0,1-1 0,0 1 0,0-1 0,1 0 0,0 0 0,0-1 0,0 1 0,1-1 0,-1 0 0,1-1 0,1 1 0,-1-1 0,13 6 0,5 1 0,1 0 0,0-2 0,0-1 0,1-1 0,0-1 0,0-1 0,1-1 0,-1-2 0,1 0 0,-1-2 0,1-1 0,47-8 0,-60 4-61,1 0 0,-1 0-1,-1-2 1,1 1 0,-1-2 0,0 0-1,16-13 1,-11 8-814,-3 3-5951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15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24575,'0'8'0,"0"17"0,0 8 0,0 2 0,0 1 0,0 2 0,0-1 0,0-2 0,0-3 0,0 1 0,0 1 0,0 2 0,0 5 0,0-2 0,0 3 0,0-2 0,0-4 0,0-8-8191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16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0 263 24575,'7'-1'0,"0"0"0,0-1 0,-1 0 0,1 0 0,-1-1 0,1 1 0,-1-2 0,0 1 0,6-4 0,22-11 0,19-4 0,0 2 0,1 3 0,1 2 0,1 2 0,0 3 0,62-3 0,-91 11 0,0-2 0,-1-1 0,37-11 0,31-6 0,-73 19-116,1 0-92,0 0 0,-1-2 0,1 0-1,-1-2 1,36-15 0,-41 12-6618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17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24575,'4'4'0,"2"11"0,4 6 0,0 5 0,-1 2 0,2-4 0,-1-2 0,-3 1 0,-1-1 0,1 2 0,1 0 0,-2 1 0,-2-4-8191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18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 24575,'0'9'0,"0"11"0,-4 7 0,-2 3 0,0 10 0,2 2 0,-4-1 0,0-4 0,-3-8 0,1-4 0,1-3 0,3 0 0,2-4-8191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19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1 266 24575,'27'-22'0,"1"2"0,1 0 0,1 2 0,45-20 0,-54 27 0,24-10 0,1 2 0,0 1 0,1 3 0,74-14 0,-104 25-455,0-1 0,31-12 0,-30 9-6371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20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24575,'5'0'0,"5"8"0,1 13 0,3 10 0,0 9 0,1 7 0,-2-1 0,1-4 0,-1-4 0,-3-4 0,-4-9-8191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22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1 168 24575,'3'-3'0,"0"0"0,0 0 0,0 0 0,0 0 0,1 1 0,-1 0 0,1 0 0,0 0 0,0 0 0,0 0 0,0 1 0,7-2 0,-3-1 0,43-18 0,1 3 0,1 1 0,92-17 0,-133 33 0,0-2 0,0 1 0,17-9 0,17-5 0,-45 17 0,1-1 0,-1 1 0,1 0 0,-1 0 0,1 0 0,-1 0 0,0 0 0,1 1 0,-1-1 0,1 0 0,-1 1 0,0-1 0,1 1 0,-1-1 0,0 1 0,0 0 0,1-1 0,-1 1 0,0 0 0,0 0 0,0 0 0,0 0 0,0 0 0,0 0 0,0 0 0,0 0 0,0 1 0,-1-1 0,1 0 0,0 0 0,-1 1 0,1-1 0,-1 1 0,1-1 0,-1 0 0,0 1 0,0-1 0,0 1 0,1 1 0,1 10 0,-1 0 0,0 0 0,0 16 0,-2-22 0,2 27-110,-6 119 354,3-132-494,-1 0 0,-1-1 0,-1 0 1,0 1-1,-11 22 0,9-27-6576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22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1 223 24575,'3'0'0,"0"-1"0,1 0 0,-1 0 0,0 0 0,0-1 0,0 1 0,0-1 0,4-3 0,6-2 0,116-66 0,-92 50 0,1 1 0,70-29 0,-11 24-1365,-74 21-5461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24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24575,'17'-1'0,"0"1"0,0 1 0,0 1 0,0 0 0,24 7 0,-35-6 0,0-1 0,0 1 0,0 0 0,-1 0 0,0 0 0,1 1 0,-1 0 0,0 0 0,-1 0 0,1 1 0,-1 0 0,0 0 0,0 0 0,0 0 0,-1 0 0,0 1 0,5 11 0,-5-9 0,0 1 0,0 0 0,-1 0 0,0-1 0,0 1 0,-1 1 0,-1-1 0,1 0 0,-1 0 0,-3 17 0,-1-6 0,0 0 0,-2 0 0,-13 32 0,18-48 0,0 0 0,0 0 0,0 0 0,1 0 0,-1 1 0,1-1 0,0 0 0,0 0 0,1 0 0,-1 0 0,1 0 0,1 6 0,20 51 0,-7-23 0,-8-16 0,-1 0 0,-1 0 0,0 0 0,-2 1 0,0 29 0,-3-43 0,0 0 0,0 1 0,-1-1 0,-1 0 0,0 1 0,0-1 0,0 0 0,-1-1 0,-1 1 0,1 0 0,-1-1 0,-1 0 0,0 0 0,0 0 0,-9 11 0,12-17-3,1 0 0,-1-1-1,0 1 1,1 0-1,-1-1 1,0 1 0,0-1-1,0 0 1,0 0 0,0 1-1,0-1 1,0-1 0,0 1-1,-1 0 1,1 0 0,0-1-1,-1 0 1,1 1 0,0-1-1,-1 0 1,1 0 0,0 0-1,-4-1 1,3 0 16,0 0 1,0-1-1,0 1 0,0-1 1,0 0-1,0 0 0,1 0 1,-1-1-1,1 1 0,-1-1 1,1 1-1,0-1 0,0 0 1,-2-3-1,-5-10-310,0-1 0,1 0 0,1-1 0,-7-25 0,6 10-6529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25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 24575,'3'202'0,"-6"224"0,-2-384 0,-16 72 0,12-79 0,3 1 0,0 0 0,0 40 0,5-53 0,-1 1 0,-7 27 0,-3 40 0,-1 15 0,8-74 0,-3 45 0,8-46-1365,-1-5-5461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27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 24575,'187'2'0,"201"-5"0,-354-1 0,64-16 0,-68 12 0,1 2 0,47-4 0,-75 10 0,-1-1 0,0 2 0,1-1 0,-1 0 0,0 0 0,0 1 0,1-1 0,-1 1 0,0 0 0,0-1 0,0 1 0,0 0 0,0 0 0,0 0 0,0 1 0,0-1 0,0 1 0,0-1 0,-1 1 0,1-1 0,-1 1 0,1 0 0,-1 0 0,0-1 0,1 1 0,-1 0 0,0 0 0,0 1 0,0-1 0,-1 0 0,1 0 0,0 0 0,-1 0 0,1 5 0,0 8 0,0 0 0,0 0 0,-2 0 0,-2 21 0,0-5 0,2-10-151,-1 0-1,-2-1 0,0 1 0,0 0 1,-2-1-1,-1 0 0,0 0 1,-18 30-1,9-20-6674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28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1 180 24575,'27'-12'0,"0"2"0,31-9 0,-29 11 0,-1-2 0,28-14 0,-25 12 0,1 1 0,0 2 0,0 1 0,0 1 0,45-3 0,-56 7 0,224-32-1365,-226 34-5461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29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585 0 24575,'-17'247'0,"8"-157"0,-3-12 0,-3 0 0,-4-2 0,-33 90 0,35-116 0,0-4 0,-2 0 0,-2-1 0,-3-1 0,-1-2 0,-35 47 0,13-31 0,-56 51 0,43-48 0,4-2-1365,45-46-5461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30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 24575,'4'-4'0,"15"-6"0,9-1 0,3 1 0,1 2 0,0 3 0,-2 2 0,-1 1 0,-2 2 0,0 0 0,-6 0-8191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31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0 24575,'-16'18'0,"-26"38"0,2-3 0,-12 1 0,37-39 0,0 1 0,0 0 0,2 1 0,-14 21 0,26-38 0,1 1 0,0-1 0,-1 1 0,1-1 0,0 0 0,0 1 0,0-1 0,0 1 0,-1-1 0,1 0 0,0 1 0,0-1 0,0 1 0,0-1 0,0 1 0,0-1 0,0 1 0,0-1 0,0 0 0,0 1 0,0-1 0,0 1 0,1-1 0,-1 1 0,0-1 0,0 0 0,0 1 0,1-1 0,-1 1 0,0-1 0,0 0 0,1 1 0,-1-1 0,0 0 0,1 1 0,-1-1 0,1 1 0,20 3 0,27-9 0,187-50-1365,-192 47-5461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31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24575,'0'4'0,"0"11"0,0 10 0,0 7 0,0 1 0,4 5 0,2-1 0,4-2 0,0-6-8191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32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24575,'4'0'0,"7"0"0,0-4 0,3-2 0,4 1 0,3 1 0,2-4 0,6 0 0,7 2 0,2 1 0,-2 1 0,-2 2 0,-3-3 0,-2 0 0,-6-1-8191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33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24575,'1'34'0,"-2"0"0,-1 0 0,-11 53 0,1-37-105,6-17-210,-2 1 0,-2-2 0,-21 51 0,22-65-6511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33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 24575,'9'-1'0,"1"0"0,-1-1 0,0 0 0,16-6 0,8-3 0,1002-171 0,-979 175-104,3-1-527,83-1 1,-120 9-6196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2:38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2056 3005 24575,'-92'-26'0,"-137"-20"0,-7-2 0,191 37 0,1-2 0,0-2 0,-41-21 0,-112-48 0,118 53 0,-83-45 0,99 43 0,41 23 0,0-2 0,1 1 0,0-2 0,1-1 0,1-1 0,0 0 0,-29-32 0,-106-124 0,-7-11 0,131 144 0,2 0 0,2-3 0,-24-48 0,21 27 0,2-1 0,-25-90 0,43 120 0,2 0 0,1-1 0,2 1 0,1-1 0,1 0 0,7-63 0,-2 81 0,1 1 0,0 0 0,1 0 0,1 1 0,0-1 0,1 1 0,1 1 0,0-1 0,1 1 0,0 1 0,18-19 0,10-6 0,1 0 0,47-33 0,-23 25 0,2 2 0,3 3 0,0 3 0,84-32 0,297-90 0,-271 102 0,140-52 0,730-220 0,-934 304 0,196-18 0,115 21 0,614 18 0,-542 7 0,-28-5 0,506 5 0,-841 6 0,167 32 0,41 5 0,85 16 0,-369-51 0,-1 1 0,-1 4 0,0 1 0,-1 4 0,-1 1 0,50 30 0,-63-27 0,-2 2 0,-1 2 0,-2 1 0,58 63 0,104 156 0,-178-223 0,26 34 0,113 161 0,-145-197 0,-1 0 0,-2 1 0,0 1 0,12 51 0,-5-16 0,7 15 0,-3 1 0,-3 1 0,-4 1 0,8 152 0,-29 23 0,2-203 0,-2 1 0,-27 95 0,5-61 0,-3-1 0,-5-1 0,-2-2 0,-5-2 0,-72 102 0,98-158 0,-1-1 0,-1 0 0,-2-2 0,0 0 0,-1-2 0,-40 27 0,28-24 0,-2-3 0,0 0 0,-1-3 0,-51 15 0,-96 20 0,-1-9 0,-3-7 0,-220 10 0,-581-15 0,931-30 0,-2003 0 0,1675-16 0,295 6 0,0-5 0,-105-29 0,-33-6 0,72 20 0,82 12 0,-406-77 0,463 93 0,0 0 0,1-1 0,-1-1 0,1-1 0,0 0 0,1-2 0,-1 0 0,-22-13 0,1-5 10,-33-18-1385,55 36-5451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3:16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570 0 24575,'-2'7'0,"0"0"0,0-1 0,-1 1 0,0-1 0,-1 0 0,1 0 0,-1 0 0,0 0 0,-1 0 0,-8 8 0,5-4 0,-6 6 0,-162 191 0,40-47 0,122-140 0,1 1 0,1 0 0,1 0 0,-15 41 0,12-29 0,-32 107 0,13-38 0,27-76 0,0 1 0,2-1 0,1 1 0,1-1 0,1 1 0,5 41 0,-2-5 0,0-34 0,3-1 0,0 1 0,2-1 0,1 0 0,1-1 0,15 33 0,-16-44 0,0-1 0,1 0 0,1-1 0,0 1 0,1-2 0,0 0 0,19 17 0,101 76 0,-96-79 0,29 18 0,-43-32 0,0 2 0,-1 0 0,-1 1 0,32 34 0,-37-34 0,1-2 0,1 1 0,0-2 0,1 0 0,0-1 0,1-1 0,1-1 0,0 0 0,0-1 0,0-1 0,1-1 0,1-1 0,31 6 0,64 14 0,-60-12 0,1-2 0,113 9 0,-115-18 0,91 20 0,-21-3 0,214 13 0,184 26 0,-373-28 0,-105-21 0,58 6 0,-12-3 0,7 0 0,1-5 0,125-4 0,33 1 0,1069 36 0,-1305-42 0,0-1 0,26-7 0,30-2 0,370 6 0,-246 7 0,-173-4 0,0-1 0,0-1 0,43-12 0,-43 8 0,2 2 0,-1 0 0,37 0 0,248 6-1365,-261 1-5461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0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24575,'4'0'0,"15"0"0,17 0 0,16 0 0,11 0 0,9 0 0,1 0 0,-4 0 0,-9 0 0,-6 0 0,-7 0 0,-8 0 0,-6 0 0,-9 0-8191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1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24575,'0'858'0,"2"-812"0,9 51 0,2 44 0,-13-111 0,0 0 0,0 1 0,2-1 0,11 53 0,-5-40-1365,-6-24-5461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2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0 24575,'-8'13'0,"-4"14"0,-8 10 0,0 8 0,-7 0 0,-1 2 0,-2-3 0,1-5 0,4-4 0,3-9 0,5-4 0,6-5-8191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3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24575,'6'1'0,"-1"0"0,1 1 0,-1-1 0,1 1 0,-1 0 0,0 1 0,0-1 0,0 1 0,0 0 0,0 0 0,-1 0 0,1 1 0,-1 0 0,0 0 0,0 0 0,0 0 0,4 8 0,3 3 0,0 0 0,-1 1 0,-1 0 0,9 20 0,-3 6 0,12 47 0,-1 2 0,14 21-1365,-31-90-5461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4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24575,'5'0'0,"5"4"0,10 11 0,2 6 0,-4 5 0,1-3 0,-4 0 0,-4-5-8191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4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24575,'9'9'0,"7"11"0,5 11 0,4 5 0,-3 1 0,-1-7 0,-3-3 0,-5-3 0,-5-4-8191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6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24575,'201'-2'0,"208"4"0,-406-2 0,0 0 0,0 0 0,0 1 0,0-1 0,0 1 0,0-1 0,0 1 0,0 0 0,0 0 0,0 0 0,0 0 0,-1 1 0,1-1 0,0 1 0,-1 0 0,1 0 0,4 4 0,-5-2 0,0-1 0,0 1 0,-1 0 0,1 0 0,-1 0 0,1 1 0,-1-1 0,-1 0 0,1 0 0,-1 1 0,1-1 0,-1 6 0,-1 47 0,-3-1 0,-2 0 0,-2-1 0,-2 1 0,-4-2 0,-1 0 0,-3 0 0,-2-2 0,-2 0 0,-43 70 0,23-46 0,-75 99 0,18-60-459,82-97-447,-1 1-5920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7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24575,'5'0'0,"1"4"0,4 7 0,4 9 0,5 6 0,-1 3 0,1 0 0,-4 1 0,2-6 0,-4 3 0,1 0 0,-1 0 0,-4 0 0,1-4 0,4-2 0,-2-1 0,3-3 0,-2-4-8191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30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24575,'4'0'0,"11"0"0,6 0 0,5 4 0,6 2 0,7 0 0,0-2 0,4-1 0,-3-1 0,-2-1 0,-9-1-8191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30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 24575,'9'0'0,"16"0"0,12 0 0,4 0 0,4-4 0,4-2 0,1-4 0,-3 0 0,-5 2 0,-6 1 0,0-1 0,3 0 0,3 1 0,4 2 0,-3 2 0,2 2 0,-8 0-8191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32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1 24575,'-2'100'0,"4"108"0,11-130 0,-9-55 0,4 47 0,-7-53 0,1 18 0,-1-1 0,-2 0 0,-1 0 0,-1 0 0,-2 0 0,-18 62 0,14-65 0,1-1 0,1 1 0,-2 33 0,6-37 0,-1 0 0,-2 0 0,0-1 0,-19 47 0,25-71 0,-1 0 0,0 0 0,1 0 0,-1 0 0,0 0 0,0 0 0,-1-1 0,1 1 0,0 0 0,-1 0 0,1-1 0,-1 1 0,1-1 0,-1 0 0,0 1 0,1-1 0,-1 0 0,0 0 0,0 0 0,0 0 0,0 0 0,0-1 0,0 1 0,0 0 0,0-1 0,-1 0 0,1 1 0,0-1 0,0 0 0,0 0 0,0 0 0,0 0 0,-1-1 0,1 1 0,0-1 0,0 1 0,0-1 0,0 0 0,0 0 0,0 0 0,0 0 0,-3-2 0,0-1 0,-1 0 0,1 0 0,-1-1 0,1 1 0,1-1 0,-1-1 0,1 1 0,0-1 0,0 0 0,0 0 0,1 0 0,-4-9 0,1-4 0,2-1 0,0-1 0,-2-39 0,-2-8 0,7 62 0,0-1 0,0 0 0,0 0 0,1 1 0,0-1 0,1 0 0,-1 0 0,1 1 0,1-1 0,-1 0 0,1 1 0,5-12 0,-5 14 0,1 0 0,-1 1 0,1-1 0,1 1 0,-1-1 0,0 1 0,1 0 0,-1 0 0,1 0 0,0 1 0,0 0 0,0-1 0,0 1 0,0 1 0,1-1 0,-1 0 0,1 1 0,-1 0 0,9-1 0,-4 2 0,0 0 0,1 0 0,-1 1 0,0 0 0,1 0 0,-1 1 0,0 0 0,0 1 0,0 0 0,0 1 0,-1-1 0,1 2 0,-1-1 0,9 8 0,6 3 0,-1 1 0,-1 1 0,32 35 0,57 79 0,-47-54 0,-34-40-1365,-17-25-5461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34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24575,'557'0'0,"-554"-1"0,1 1 0,-1 0 0,1 0 0,-1 0 0,1 1 0,-1-1 0,1 1 0,-1 0 0,0 0 0,1 0 0,-1 0 0,0 1 0,0-1 0,0 1 0,0 0 0,0 0 0,0 0 0,5 5 0,-7-5 0,0 1 0,0 0 0,0 0 0,0-1 0,0 1 0,0 0 0,-1 0 0,0 0 0,1 0 0,-1 0 0,0 0 0,-1 0 0,1 0 0,0 0 0,-1 0 0,0 0 0,1 0 0,-1 0 0,0 0 0,-1-1 0,1 1 0,-3 3 0,-8 19 0,-2-2 0,-18 26 0,19-31 0,0 1 0,2 0 0,0 1 0,-9 24 0,8-13 0,-9 28 0,-25 107 0,45-160 0,0 1 0,0-1 0,1 0 0,0 1 0,0-1 0,1 1 0,-1-1 0,1 1 0,1-1 0,-1 0 0,5 11 0,2-3 0,-1 0 0,2 0 0,13 17 0,-7-11 0,56 72 0,-62-82 0,0-1 0,1 1 0,0-2 0,0 1 0,1-1 0,19 10 0,-21-14-105,0-1 0,1 0 0,-1 0 0,1-1 0,0 0 0,0-1 0,-1-1 0,1 1 0,0-1 0,0-1 0,0 0 0,14-3 0,-4-2-6721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35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24575,'0'4'0,"5"6"0,1 6 0,-1 4 0,4 3 0,0 2 0,-1 2 0,1-5 0,1-1 0,-2-4-8191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36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24575,'4'4'0,"10"20"0,3 9 0,3 8 0,2 5 0,-2 1 0,-5-9-8191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38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361 128 24575,'6'12'0,"-1"1"0,-1 0 0,0 0 0,-1 0 0,-1 0 0,3 27 0,-5 88 0,-2-72 0,1-41 0,-1 0 0,0 0 0,-1-1 0,0 1 0,-2 0 0,0-1 0,0 0 0,-13 22 0,4-11 0,0-1 0,-2-1 0,-34 38 0,44-54 0,0 0 0,-1 0 0,0-1 0,0 0 0,0 0 0,-1-1 0,0 0 0,0 0 0,-14 5 0,19-9 0,-1 0 0,0-1 0,1 1 0,-1-1 0,1 0 0,-1 0 0,0 0 0,1 0 0,-1-1 0,1 1 0,-1-1 0,1 0 0,-1 0 0,1 0 0,-1-1 0,1 1 0,0-1 0,0 0 0,0 0 0,0 0 0,0 0 0,0 0 0,0-1 0,1 1 0,-1-1 0,1 0 0,-4-5 0,-1-3 0,0 0 0,0 0 0,1-1 0,1 0 0,0 0 0,1-1 0,0 1 0,1-1 0,-3-18 0,-8-121 0,14 148 0,-1-6 0,1 0 0,0 0 0,0 0 0,1 0 0,1 0 0,-1 1 0,1-1 0,6-13 0,-5 16 0,1 1 0,0-1 0,0 1 0,0 0 0,1 1 0,0-1 0,0 1 0,1 0 0,-1 0 0,1 1 0,0-1 0,8-3 0,55-30 0,2 4 0,1 2 0,84-24 0,-110 40 0,49-16 0,137-28 0,-227 59 0,0 0 0,0 0 0,0 1 0,0-1 0,0 1 0,0 0 0,0 1 0,0-1 0,0 1 0,0 0 0,0 0 0,0 1 0,0-1 0,-1 1 0,1 0 0,-1 1 0,1-1 0,-1 1 0,0 0 0,0 0 0,0 0 0,0 0 0,0 1 0,-1-1 0,1 1 0,-1 0 0,0 0 0,-1 0 0,1 1 0,-1-1 0,1 1 0,-1-1 0,-1 1 0,1 0 0,-1 0 0,2 6 0,4 13 0,0 0 0,-2 1 0,0 0 0,-2 0 0,-1 0 0,-1 0 0,-1 0 0,-1 1 0,-1-1 0,-2 0 0,0 0 0,-13 39 0,11-47 0,-1-1 0,0 1 0,-1-2 0,-1 1 0,0-1 0,-2 0 0,-17 19 0,-5 0 0,-57 44 0,83-72 0,-19 16-78,10-8-351,0-1 0,-32 19 0,34-24-6397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39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24575,'4'0'0,"6"4"0,6 6 0,4 2 0,-1 2 0,-4 4 0,-4-2-8191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40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24575,'4'0'0,"2"4"0,3 6 0,6 6 0,4 8 0,-1 6 0,-4 1 0,-4-1 0,-4-4-8191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41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1 120 24575,'0'-5'0,"4"-5"0,2-6 0,4 0 0,0-1 0,3 1 0,-1 0 0,2 2 0,-1 4-8191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42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1 24575,'-5'1'0,"0"1"0,0 0 0,0 0 0,1 1 0,-1 0 0,1 0 0,0 0 0,-1 0 0,2 0 0,-8 8 0,-6 4 0,-166 114 0,177-124 0,0 1 0,0 0 0,1 0 0,0 0 0,0 0 0,0 1 0,1 0 0,0 0 0,0 0 0,1 1 0,0-1 0,0 1 0,1 0 0,0-1 0,-1 10 0,-3 17 0,2 1 0,0 37 0,4-64 0,1 189-1365,0-173-5461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53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24575,'13'0'0,"21"0"0,24-5 0,18 0 0,23-5 0,12 0 0,-5-3 0,-10 0 0,-19 4 0,-17 2 0,-19 3-8191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54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24575,'396'-20'0,"-362"16"-104,-1 1-526,56-12-1,-72 10-6195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55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24575,'4'0'0,"19"0"0,23 0 0,17 0 0,11 0 0,18 0 0,12 0 0,10 0 0,-2 0 0,-15 0 0,-20 0 0,-23 0-8191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56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24575,'17'0'0,"28"0"0,28 0 0,23 0 0,13 0 0,1 0 0,-14 0 0,-19 0 0,-22 0-8191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57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0 24575,'-6'1'0,"0"0"0,1 0 0,-1 1 0,1-1 0,0 1 0,-1 0 0,1 1 0,0-1 0,0 1 0,0 0 0,1 0 0,-1 1 0,1 0 0,-1-1 0,1 1 0,-5 7 0,-1 1 0,0 0 0,1 1 0,0 1 0,-11 23 0,-4 11 0,3 2 0,2 0 0,-15 62 0,21-61-44,5-18-616,-7 52-1,14-63-6165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58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24575,'855'0'-1365,"-811"0"-5461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0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 24575,'-2'86'0,"-16"112"0,9-136 0,-16 143 0,3-10-1365,20-172-5461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1 24575,'-3'47'0,"-2"1"0,-3-1 0,-1-1 0,-3 1 0,-29 74 0,24-81-170,-2-2-1,-1 0 0,-2-2 1,-2 0-1,-1-1 0,-2-2 1,-35 35-1,35-40-6655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1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24575,'3'5'0,"0"1"0,0 0 0,-1 0 0,1 0 0,-2 0 0,1 0 0,0 0 0,-1 0 0,0 0 0,-1 1 0,1 8 0,1 10 0,10 58 0,-4 0 0,-4 0 0,-3 0 0,-18 147 0,8-110 0,8-81 0,-2 0 0,-11 55 0,3-46-341,2 1 0,3 0-1,-1 80 1,7-107-6485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2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1 127 24575,'9'-4'0,"15"-2"0,13 0 0,5 2 0,3-4 0,-1 1 0,-4-4 0,-4 0 0,-4 2 0,1 3 0,9-3 0,5 2 0,12 0 0,5-1 0,5-1 0,-1 2 0,-7 2 0,-15 2-8191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3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24575,'0'5'0,"0"5"0,0 5 0,0 5 0,0 4 0,0 1 0,0 5 0,4 3 0,2 4 0,-1 0 0,-1-2 0,0-3 0,-3-6-8191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4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24575,'0'13'0,"0"13"0,0 11 0,0 12 0,0 11 0,0 4 0,0-4 0,0-9 0,0-8 0,0-7 0,-5-10 0,0-4 0,-1-7-8191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4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24575,'4'0'0,"15"0"0,13 0 0,14 0 0,12 0 0,9 0 0,11 0 0,19 0 0,5 0 0,-10 0 0,-16 0 0,-17 0 0,-14-5 0,-11 0 0,-5-1 0,-5 1 0,-6-2 0,-6-1-8191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5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618 1 24575,'0'4'0,"-9"15"0,-7 17 0,-10 16 0,-17 11 0,-11 14 0,-9 5 0,-3 3 0,-7 0 0,0-6 0,8-16 0,11-15 0,10-11 0,12-12-8191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6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24575,'0'4'0,"0"15"0,0 17 0,0 11 0,0 6 0,0 4 0,0-1 0,0 1 0,0-7 0,0-6 0,0-7 0,0-5 0,0-4 0,0-2 0,0-6-8191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9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1 201 24575,'20'-17'0,"2"1"0,-1 1 0,2 2 0,0 0 0,36-15 0,5-2 0,-41 17 0,4-1 0,0 0 0,39-12 0,-64 25 0,0 1 0,-1 0 0,1 0 0,0 0 0,0-1 0,0 2 0,0-1 0,-1 0 0,1 0 0,0 1 0,0-1 0,0 0 0,-1 1 0,1 0 0,0-1 0,-1 1 0,1 0 0,0 0 0,-1 0 0,1 0 0,-1 0 0,0 1 0,1-1 0,-1 0 0,0 1 0,0-1 0,1 1 0,-1-1 0,0 1 0,0 1 0,5 7 0,-1 0 0,-1 1 0,7 19 0,-8-20 0,13 43 0,-3 1 0,-1 1 0,-3 0 0,-3 0 0,-2 1 0,-3 58 0,-1-27 0,-2 54 0,2-140-3,0 0 0,0 0-1,0 0 1,0 0 0,0 0-1,-1 0 1,1 1 0,0-1 0,-1 0-1,1 0 1,-1 0 0,1-1-1,-1 1 1,1 0 0,-1 0 0,0 0-1,1 0 1,-1 0 0,0-1-1,0 1 1,0 0 0,1-1 0,-1 1-1,0 0 1,0-1 0,-1 1-1,-1 0 18,1-1-1,0 0 0,-1 0 0,1 1 0,0-1 1,0-1-1,-1 1 0,1 0 0,0-1 0,-1 1 1,1-1-1,-2 0 0,-10-5-203,0 0 0,0-1 0,-14-10 0,18 11-498,-36-21-6138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10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1 257 24575,'1'-4'0,"0"0"0,1 0 0,-1 1 0,1-1 0,0 1 0,0-1 0,0 1 0,1 0 0,-1 0 0,5-4 0,3-5 0,6-9 0,2 0 0,0 2 0,2 0 0,0 1 0,1 1 0,0 1 0,30-16 0,-40 25-119,-5 2-59,1 1 0,0 0 0,0 0 0,0 1 0,0 0 0,10-3 0,1 2-6648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12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0 221 24575,'1'-5'0,"0"-1"0,0 0 0,0 1 0,1-1 0,0 0 0,0 1 0,0 0 0,1-1 0,-1 1 0,1 0 0,1 0 0,-1 1 0,1-1 0,-1 1 0,1-1 0,1 1 0,5-4 0,10-8 0,0 1 0,34-19 0,-51 32 0,93-48-1365,-80 42-5461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13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24575,'2'108'0,"17"115"0,-14-163-85,-4 84-1,-1-87-1108,-1-35-5632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36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1 263 24575,'0'-3'0,"1"-1"0,-1 1 0,1-1 0,0 1 0,0 0 0,0 0 0,0-1 0,0 1 0,1 0 0,0 0 0,-1 0 0,1 0 0,0 1 0,0-1 0,1 0 0,-1 1 0,1 0 0,-1-1 0,1 1 0,0 0 0,-1 0 0,6-2 0,7-4 0,0 1 0,1 0 0,22-5 0,-11 3 0,263-87 0,-231 81 0,0 2 0,1 3 0,63-2 0,-89 9 0,-17 2 0,-1-1 0,1 2 0,-1 0 0,1 1 0,22 4 0,-36-3 0,0-1 0,-1 1 0,1-1 0,0 1 0,-1 0 0,1 0 0,-1 0 0,1 1 0,-1-1 0,0 0 0,0 1 0,0 0 0,0-1 0,0 1 0,-1 0 0,1 0 0,-1 0 0,0 0 0,0 0 0,0 0 0,0 0 0,-1 0 0,1 1 0,-1-1 0,0 0 0,0 4 0,1 6 0,-1-1 0,0 1 0,-1-1 0,-1 1 0,-4 17 0,-3 0 0,-1-1 0,-2 0 0,-1-1 0,-19 31 0,-73 102 0,104-161 0,-43 61 0,-2-3 0,-64 61 0,96-106-1365,1-4-5461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37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24575,'5'2'0,"1"0"0,0 1 0,0-1 0,-1 1 0,0 1 0,1-1 0,-1 0 0,-1 1 0,1 0 0,0 1 0,-1-1 0,5 7 0,-2-5 0,54 61 0,98 140 0,-20-21 0,-67-104-1365,-59-70-5461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38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24575,'5'4'0,"5"10"0,1 12 0,-1 10 0,-2 3 0,-3 4 0,-2-1 0,-2-4 0,0-3 0,-1-4 0,-1-2 0,1-2 0,-1-6-8191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38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24575,'0'17'0,"0"11"0,4 9 0,2 11 0,4 10 0,0 1 0,-1 2 0,2-4 0,-1-8 0,-2-7 0,-3-12-8191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39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0 24575,'0'61'0,"-2"0"0,-3 0 0,-18 85 0,18-123 0,-2 0 0,-1 0 0,-1 0 0,0-1 0,-2 0 0,0-1 0,-2 0 0,0-1 0,-2 0 0,0-1 0,-27 26 0,-58 37-1365,87-70-5461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41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24575,'130'-7'0,"0"-5"0,131-30 0,24-3 0,-268 42 0,-15 2 0,1 1 0,-1-1 0,1 1 0,0 0 0,-1 0 0,1 0 0,-1 0 0,1 0 0,-1 0 0,4 1 0,-5 0 0,1 0 0,-1 0 0,0 0 0,0 0 0,0 0 0,1 1 0,-1-1 0,0 0 0,-1 0 0,1 1 0,0-1 0,0 0 0,-1 1 0,1-1 0,0 1 0,-1-1 0,0 1 0,1-1 0,-1 1 0,0 0 0,0 1 0,3 20 0,-1-1 0,-1 1 0,-2 0 0,0-1 0,-1 1 0,-1 0 0,-1-1 0,-1 0 0,-9 23 0,-4 6 0,-3 0 0,-43 77 0,26-63 0,-42 81 0,62-116 0,-1 0 0,-1-2 0,-2 0 0,-46 45 0,10-10 0,-50 77 72,57-69-1509,38-54-5389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43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60 443 24575,'-2'-45'0,"-2"1"0,-2 0 0,-13-48 0,8 44 0,11 45 0,-4-12 0,1 0 0,1-1 0,1 1 0,0-20 0,1 32 0,0 0 0,0 0 0,1 0 0,-1 1 0,0-1 0,1 0 0,0 1 0,0-1 0,0 0 0,0 1 0,0-1 0,0 1 0,1-1 0,-1 1 0,1 0 0,0-1 0,0 1 0,0 0 0,0 0 0,0 1 0,0-1 0,0 0 0,1 1 0,-1-1 0,0 1 0,1-1 0,-1 1 0,1 0 0,0 0 0,4-1 0,0 1 0,0 0 0,0 0 0,0 0 0,0 1 0,0 0 0,0 0 0,0 1 0,0 0 0,-1 0 0,1 1 0,0 0 0,7 3 0,-9-3 0,-1 0 0,0 1 0,0 0 0,0 0 0,-1 0 0,1 0 0,-1 0 0,0 1 0,1 0 0,-2 0 0,1-1 0,0 2 0,-1-1 0,0 0 0,0 0 0,0 1 0,0-1 0,1 7 0,16 48 0,-12-41 0,0 0 0,-2 1 0,0-1 0,-2 1 0,3 33 0,-5-32 0,-2 0 0,-1-1 0,-5 32 0,6-45 0,-1-1 0,1 0 0,0 0 0,-1 0 0,0 0 0,-1 0 0,1 0 0,-1 0 0,0 0 0,0-1 0,0 0 0,0 0 0,-1 1 0,0-2 0,0 1 0,0 0 0,0-1 0,-5 3 0,-15 5-273,0-1 0,-1-1 0,1-1 0,-46 8 0,37-12-6553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3:23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0 311 24575,'392'-20'0,"-128"-2"0,-40 3 0,97-15 0,-256 21 0,-36 6 0,0 1 0,57-3 0,993 8 0,-500 4 0,-546-3 0,-4 1 0,0-1 0,0-1 0,0-2 0,0 0 0,56-16 0,-51 9 0,2 3 0,-1 0 0,1 3 0,0 1 0,48 2 0,47-5 0,151-10 0,-18 1 0,-85 7 0,-100 7 0,94-15 0,69-10 0,-56 14 0,188 11 0,-158 4 0,1160-3 0,-1212-11 0,-34 0 0,796 6 0,-508 7 0,-17-4 0,425 5 0,-614 9 0,44 1 0,-225-11 0,49 9 0,15 1 0,-16-13 0,-54 0 0,-1 0 0,0 2 0,42 6 0,-56-4 0,1 1 0,-1 0 0,0 0 0,0 1 0,-1 0 0,0 0 0,1 1 0,-2 1 0,1-1 0,-1 1 0,0 1 0,0 0 0,7 10 0,10 15 0,-2 1 0,23 44 0,-6-8 0,81 143 0,-117-205 0,10 24 0,0 2 0,-3-1 0,11 48 0,-5-16 0,-10-33 0,-1-1 0,-2 1 0,-2 1 0,0 33 0,-2-27 0,2 1 0,8 42 0,-3-31 0,-3 0 0,-1 0 0,-5 53 0,0-18 0,1-56 0,-11 56 0,-2 20 0,14-96 0,-1 1 0,-1-1 0,0 1 0,0-1 0,-1 0 0,-1 0 0,1 0 0,-2 0 0,1-1 0,-1 0 0,-1 0 0,1 0 0,-2 0 0,1-1 0,-1 0 0,0-1 0,-1 1 0,0-1 0,0-1 0,0 1 0,-1-1 0,0-1 0,0 0 0,-1 0 0,1-1 0,-1 0 0,0-1 0,0 0 0,-19 3 0,-238 53 0,229-52 0,-55 4 0,52-8 0,-45 10 0,36-6 0,-1-2 0,1-2 0,-87-6 0,27 0 0,36 7 0,-138 23 0,113-11 0,26-9 0,0-4 0,-75-6 0,21 1 0,-107 0 0,-476 20 0,587-4 0,36-3 0,-111 0 0,142-9 0,0 3 0,-70 14 0,69-9 0,-113 6 0,-189-2 0,257-8 0,-104-5 0,-71 2 0,125 22 0,94-14 0,33-5 0,0-2 0,-38 2 0,30-4 0,0 2 0,-60 15 0,-6 2 0,-167 10 0,251-28 0,1 1 0,-1 0 0,1 1 0,0 0 0,-19 11 0,18-9 0,0 0 0,0-1 0,-1-1 0,-20 5 0,6-5-119,-2-1-130,-1 2 0,1 1-1,1 2 1,-39 16 0,54-17-6577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8:56:31.41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0 105 24575,'36'-3'0,"0"-1"0,0-1 0,-1-3 0,45-14 0,-15 4 0,-20 6 0,0 1 0,1 3 0,1 1 0,76 0 0,-48 9-1365,-54-2-5461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8:56:32.27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1687 1 24575,'-11'1'0,"1"0"0,-1 1 0,0 1 0,1 0 0,-1 0 0,1 1 0,0 1 0,0-1 0,1 2 0,-10 6 0,7-6 0,-64 41 0,3 3 0,1 3 0,-70 68 0,-178 204 0,203-190 0,-178 268 0,-41 186 0,334-584 11,-1 0 0,1 0 0,-1 0 1,0 0-1,0-1 0,-1 1 0,1-1 0,-8 7 0,9-10-58,1-1-1,-1 1 1,0-1 0,1 0 0,-1 0-1,0 1 1,1-1 0,-1 0 0,0 0-1,1 0 1,-1-1 0,0 1 0,1 0-1,-1-1 1,1 1 0,-1-1 0,0 1-1,1-1 1,-1 0 0,1 0 0,-1 1-1,1-1 1,0 0 0,-1 0 0,1-1-1,0 1 1,0 0 0,0 0-1,0-1 1,-1-1 0,-38-40-6779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8:56:33.32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 24575,'16'1'0,"-1"0"0,0 1 0,0 1 0,0 0 0,-1 1 0,1 1 0,-1 0 0,16 8 0,16 11 0,45 33 0,-15-9 0,782 415 0,-803-433 0,-2 2 0,-1 3 0,53 48 0,127 134 0,-95-59 0,-92-102 0,82 78 0,-109-119-455,1-1 0,34 19 0,-43-28-6371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8T09:02:44.375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410 344,'-11'1,"-1"1,1 1,0 0,0 0,0 1,0 1,1 0,-12 7,5-4,-3 2,0 0,0 1,1 1,1 1,0 1,1 0,-24 26,32-27,1 0,1 1,0 0,1 0,1 1,-5 15,-15 96,14-67,4-26,3-19,0 0,2 1,-1-1,2 1,0 22,1-36,0-1,1 1,-1-1,0 1,1-1,-1 0,0 1,1-1,-1 1,0-1,1 0,-1 1,1-1,-1 1,0-1,1 0,-1 0,1 1,-1-1,1 0,-1 0,1 0,0 0,-1 0,1 1,-1-1,1 0,-1 0,1 0,-1 0,1-1,-1 1,1 0,-1 0,1 0,0 0,-1 0,1-1,-1 1,0 0,1 0,-1-1,1 1,-1 0,1-1,-1 1,1-1,28-20,55-60,128-159,-183 205,327-452,-309 418,-45 67,-1-1,1 1,0 0,-1 0,1 1,0-1,0 0,0 1,1-1,-1 1,0-1,4 0,-5 2,0 0,0 0,0 1,0-1,0 0,-1 1,1-1,0 0,0 1,0-1,-1 1,1 0,0-1,-1 1,1 0,0-1,-1 1,1 0,-1 0,1-1,-1 1,1 0,-1 0,0 0,1 0,-1-1,0 1,0 0,0 0,0 0,1 0,-1 0,0 0,-1 0,1 0,0 1,1 23,-1 0,-1 1,-1-1,-1 0,-7 25,5-23,-36 166,-7-3,-9-2,-9-2,-7-4,-104 187,161-338,-25 42,38-68,0 0,-1 0,0 0,0-1,0 1,0-1,-1 0,1 0,-9 5,12-9,0 0,0 1,1-1,-1 0,0 0,0 0,0 1,0-1,0 0,0 0,1 0,-1 0,0 0,0-1,0 1,0 0,1 0,-1-1,0 1,0 0,0-1,1 1,-1-1,0 1,0-1,1 1,-1-1,0 1,1-1,-1 0,1 1,-1-1,1 0,-1 1,1-1,0 0,-1 0,1-1,-6-13,0-1,2 0,0-1,0 1,2 0,0-1,1-22,0 19,-6-509,9 237,-5 234,3 57,0 1,0-1,0 0,0 0,0 1,0-1,0 0,0 0,0 1,0-1,0 0,0 1,-1-1,1 0,0 1,0-1,-1 0,1 1,0-1,-1 1,1-1,-1 0,1 1,-1-1,1 1,-1-1,0 1,1 0,-1-1,-1 0,-9 20,-4 33,11-27,11-50,5-13,5-5,1 1,47-76,-64 117,-1 0,1 0,-1 0,1 0,0 0,-1 0,1 0,0 0,0 1,0-1,0 0,-1 0,1 1,0-1,0 1,1-1,-1 1,0-1,2 0,-3 1,1 1,0-1,-1 0,1 0,-1 1,1-1,-1 1,1-1,-1 0,1 1,-1-1,1 1,-1-1,1 1,-1-1,0 1,1 0,-1-1,0 1,0-1,1 1,-1 0,0-1,0 2,6 49,-16 30,4-45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03:05.6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1 774 24575,'15'16'0,"1"-1"0,1-1 0,1 0 0,0-1 0,0-1 0,1-1 0,1-1 0,0 0 0,0-2 0,1 0 0,0-1 0,0-1 0,1-1 0,0-1 0,-1-1 0,1-1 0,34-1 0,-3-1 0,180-6 0,-214 4 0,-1-1 0,1 0 0,-1-2 0,0 0 0,23-11 0,87-47 0,-83 39 0,52-20 0,0 1 0,-60 25 0,38-13 0,31-15 0,-81 33 0,0 2 0,1 0 0,1 2 0,29-7 0,188-29 0,-221 39 0,0 0 0,42-18 0,6-3 0,-57 22 0,0 0 0,-1-1 0,14-9 0,21-10 0,1 9 0,0 3 0,1 1 0,0 2 0,0 3 0,71-1 0,19-4 0,-39-4 0,-52 7 0,73-3 0,-85 9 0,-1-2 0,1-1 0,-1-2 0,63-23 0,57-13 0,-71 17 0,-3 1 0,201-36 0,-203 48 0,-54 11 0,0-2 0,0-1 0,26-9 0,-31 8 0,1 1 0,-1 1 0,1 0 0,42-1 0,94 6 0,-76 2 0,309 31 0,-278-19 0,21-5 0,165-9 0,-114-3 0,171 1 0,371 4 0,-255 35 0,-304-21 0,-132-12 0,49 3 0,97 22 0,-125-14 0,0 2 0,-2 2 0,0 3 0,-1 2 0,-2 2 0,70 47 0,-95-51 0,-1 0 0,44 51 0,6 6 0,-53-58 0,1-1 0,50 33 0,-63-47 0,-1 0 0,1-1 0,0 0 0,1-1 0,-1-1 0,1 0 0,-1 0 0,1-1 0,0 0 0,22-1 0,-8-2 0,0 1 0,-1 1 0,1 1 0,35 8 0,-14-3 0,1-2 0,0-1 0,0-4 0,63-5 0,-100 4 0,142-19-1365,-117 17-5461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03:07.4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1 132 24575,'190'2'0,"203"-5"0,-328 1 0,0-4 0,0-2 0,-1-3 0,118-37 0,-158 41 0,0 0 0,0 2 0,1 0 0,42-1 0,101 7 0,-74 1 0,433-21 0,-455 13 0,0 3 0,91 7 0,-149-1 0,1 0 0,-1 0 0,0 2 0,0 0 0,0 0 0,17 10 0,77 51 0,-75-44 0,220 146 0,-96-55 0,-58-40 0,-85-61 0,0 1 0,-1 1 0,-1 0 0,0 1 0,-1 0 0,-1 1 0,15 29 0,2 1 0,1-1 0,-1-6 0,-2 2 0,-2 1 0,-1 1 0,30 90 0,49 199-1365,-74-247-5461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03:08.7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428 2165 24575,'1'-16'0,"1"1"0,0-1 0,6-20 0,5-40 0,-12 9 0,-3-1 0,-3 1 0,-22-102 0,-64-197 0,35 159 0,-67-332 0,89 377 0,16 86-455,-3 1 0,-48-116 0,61 172-6371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03:11.7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647 1 24575,'-27'2'0,"0"1"0,0 1 0,0 2 0,0 0 0,1 2 0,-48 21 0,57-22 0,1 1 0,-1 0 0,1 1 0,1 0 0,-1 2 0,2 0 0,-1 0 0,2 1 0,-23 26 0,20-17 0,-1-1 0,-1 0 0,-1-2 0,-40 31 0,-33 29-1365,76-66-5461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03:12.9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480 0 24575,'-24'39'0,"-2"-2"0,-1-1 0,-2-2 0,-2 0 0,-41 36 0,22-22 0,24-24-273,-1-1 0,-1-2 0,-1-1 0,-56 31 0,60-39-6553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04:06.32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24575,'56'2'0,"77"13"0,-117-12 0,55 7 0,1 3 0,71 24 0,10 22-1365,-132-50-5461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04:06.95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 24575,'5'14'0,"0"0"0,1 0 0,1-1 0,0 0 0,13 19 0,-2-4 0,247 388 0,-35-56 0,329 620 0,-549-959-1365,-6-6-5461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9:04:07.86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2263 1 24575,'-21'19'0,"-1"0"0,-45 29 0,11-10 0,-1385 990 0,1225-865 0,-58 41 0,131-97-1365,120-94-5461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55526-5502-4427-9108-649095FE9213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7E597-2076-4467-B2A2-ECF7EE2651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5180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sz="14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7E597-2076-4467-B2A2-ECF7EE26511F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10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FC1712-2868-7DDF-8753-7987E1470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B361C5C-8C88-5A2A-4018-D720C0AC4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FEA028-4B45-FF90-2C61-08540486E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DBDF-D371-484C-9A67-F1566BFE1DC3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6A4963-E237-9679-41AB-3F18DE1B7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1AC96F-0954-E0AC-3585-EDAA9429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71CE-6F9E-4622-9F78-64578E1395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896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47D873-7DB1-2107-A70D-2FB900B00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658338-A4F4-A730-29FD-E746BE91C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371E60-0AFA-1610-8E12-4D4F83B1B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DBDF-D371-484C-9A67-F1566BFE1DC3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7593F3-BAAB-1B40-91E3-AC2BE04F0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194552-18FE-5596-B544-57211E39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71CE-6F9E-4622-9F78-64578E1395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56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501DD1-43B2-25D7-0769-D6FA3DEE1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121F63-3D6D-385B-067F-0ADF84114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D77113-35F2-F858-61D9-4BB529872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DBDF-D371-484C-9A67-F1566BFE1DC3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9D8595-811B-2C88-D1F5-19718B3F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B7124A-04D7-B8EE-73D8-21BAB4C0F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71CE-6F9E-4622-9F78-64578E1395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173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981FFC-FD6A-0805-C0D4-21975B7AA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887BD7-A7EA-73A9-0BD4-F679711A7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F04CA7E-72CA-2142-B08B-F691A8F3A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484C94-D6DB-4D43-5636-6A1D5442C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DBDF-D371-484C-9A67-F1566BFE1DC3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DBB8A4-3F2F-5FF7-6394-CF9801AAA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BE943F-B49E-7A58-C582-F62CB07A7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71CE-6F9E-4622-9F78-64578E1395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951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A49C06-02FE-2B0B-0349-C11946485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7CA089-5C74-4CE2-2271-6343E640E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5107D04-9C65-ED83-C91C-846DE769A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0D128C3-8809-A661-6673-F2D7700C6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60EEB2A-AC97-1525-58C0-94241902DB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01939AD-26AB-3341-752B-D0AD02859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DBDF-D371-484C-9A67-F1566BFE1DC3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6C6C3F5-5B25-2C49-FAA6-A538472B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3CF93A4-F1D2-BFEC-15D2-A588D434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71CE-6F9E-4622-9F78-64578E1395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5287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986448-1167-54C2-2DE2-B7E4D12F3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2962F85-8E69-BC81-2584-F74605C71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DBDF-D371-484C-9A67-F1566BFE1DC3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943560-7102-1AD2-EAD9-3880188E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751A75A-E066-51C6-56F5-8835FBB7E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71CE-6F9E-4622-9F78-64578E1395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650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DB66A74-16BE-A96F-B3F5-211BCF8CC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DBDF-D371-484C-9A67-F1566BFE1DC3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53950A8-55E6-5E5C-7F8C-14355CD54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4090D6-D392-498A-F0F1-C478F3BB8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71CE-6F9E-4622-9F78-64578E1395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10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69A97E-AC02-B1AA-79DA-80B1BA844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9DE393-CBA2-82FF-34E8-51992FDD4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70C3BC0-A5AD-6020-F8EA-445DCB4E2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050380-F7AE-D61D-436D-4B564FD77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DBDF-D371-484C-9A67-F1566BFE1DC3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83CAE2-D07C-AB31-ECD5-B7F6BC5E8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DB3E53-C2C0-F00A-D890-1FD03F65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71CE-6F9E-4622-9F78-64578E1395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029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D2131D-30C0-8D25-F873-E3B4516F3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830E646-8888-D25C-D3CF-B5A0BA766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69F998-0AB8-C185-5EC0-397C0A589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443D59-B524-CBB7-6613-66E6453C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DBDF-D371-484C-9A67-F1566BFE1DC3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ABCD25-B608-C9B9-B322-5A9D40CA1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526B573-E464-3156-31D1-7E13430E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71CE-6F9E-4622-9F78-64578E1395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6059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3794A8-CF75-FADB-463D-B1B29E48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48A6D3-0024-6507-C3F7-1CE0C880C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9AC5C6-135A-97B0-5993-FE6FCFB3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DBDF-D371-484C-9A67-F1566BFE1DC3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476ACD-EBE4-78FF-0C22-27026E25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99DD15-1571-1B68-E575-350F4A5C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71CE-6F9E-4622-9F78-64578E1395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1946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AF6AA5F-8A96-25F8-D430-7BDC8062A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B80CD3A-5116-5072-4347-C03C5C285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3C0F2B-25CD-59F9-D3AE-CA3DCF6B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DBDF-D371-484C-9A67-F1566BFE1DC3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FA51AA-8A5F-705C-EB1E-CA3308A9C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C9104A-5E3D-12F8-3D5F-C67C556E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271CE-6F9E-4622-9F78-64578E1395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740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332C3FC-6888-B66A-0758-684242360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55A93A-62A2-29E6-D50B-9341B8B78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EED645-4F33-9AC3-4472-F9E4CC58C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6CDBDF-D371-484C-9A67-F1566BFE1DC3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30D10D-DBBC-7AC4-164A-F23E95256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F54FBE-D2B5-9269-A30F-AA2EFCAD0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9271CE-6F9E-4622-9F78-64578E1395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973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.png"/><Relationship Id="rId21" Type="http://schemas.openxmlformats.org/officeDocument/2006/relationships/customXml" Target="../ink/ink10.xml"/><Relationship Id="rId42" Type="http://schemas.openxmlformats.org/officeDocument/2006/relationships/image" Target="../media/image21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4.png"/><Relationship Id="rId84" Type="http://schemas.openxmlformats.org/officeDocument/2006/relationships/image" Target="../media/image42.png"/><Relationship Id="rId89" Type="http://schemas.openxmlformats.org/officeDocument/2006/relationships/customXml" Target="../ink/ink44.xml"/><Relationship Id="rId16" Type="http://schemas.openxmlformats.org/officeDocument/2006/relationships/image" Target="../media/image8.png"/><Relationship Id="rId11" Type="http://schemas.openxmlformats.org/officeDocument/2006/relationships/customXml" Target="../ink/ink5.xml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29.png"/><Relationship Id="rId74" Type="http://schemas.openxmlformats.org/officeDocument/2006/relationships/image" Target="../media/image37.png"/><Relationship Id="rId79" Type="http://schemas.openxmlformats.org/officeDocument/2006/relationships/customXml" Target="../ink/ink39.xml"/><Relationship Id="rId5" Type="http://schemas.openxmlformats.org/officeDocument/2006/relationships/customXml" Target="../ink/ink2.xml"/><Relationship Id="rId90" Type="http://schemas.openxmlformats.org/officeDocument/2006/relationships/image" Target="../media/image45.png"/><Relationship Id="rId95" Type="http://schemas.openxmlformats.org/officeDocument/2006/relationships/customXml" Target="../ink/ink47.xml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64" Type="http://schemas.openxmlformats.org/officeDocument/2006/relationships/image" Target="../media/image32.png"/><Relationship Id="rId69" Type="http://schemas.openxmlformats.org/officeDocument/2006/relationships/customXml" Target="../ink/ink34.xml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80" Type="http://schemas.openxmlformats.org/officeDocument/2006/relationships/image" Target="../media/image40.png"/><Relationship Id="rId85" Type="http://schemas.openxmlformats.org/officeDocument/2006/relationships/customXml" Target="../ink/ink42.xml"/><Relationship Id="rId93" Type="http://schemas.openxmlformats.org/officeDocument/2006/relationships/customXml" Target="../ink/ink46.xml"/><Relationship Id="rId3" Type="http://schemas.openxmlformats.org/officeDocument/2006/relationships/customXml" Target="../ink/ink1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46" Type="http://schemas.openxmlformats.org/officeDocument/2006/relationships/image" Target="../media/image23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54" Type="http://schemas.openxmlformats.org/officeDocument/2006/relationships/image" Target="../media/image27.png"/><Relationship Id="rId62" Type="http://schemas.openxmlformats.org/officeDocument/2006/relationships/image" Target="../media/image31.png"/><Relationship Id="rId70" Type="http://schemas.openxmlformats.org/officeDocument/2006/relationships/image" Target="../media/image35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88" Type="http://schemas.openxmlformats.org/officeDocument/2006/relationships/image" Target="../media/image44.png"/><Relationship Id="rId91" Type="http://schemas.openxmlformats.org/officeDocument/2006/relationships/customXml" Target="../ink/ink45.xml"/><Relationship Id="rId9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44" Type="http://schemas.openxmlformats.org/officeDocument/2006/relationships/image" Target="../media/image22.png"/><Relationship Id="rId52" Type="http://schemas.openxmlformats.org/officeDocument/2006/relationships/image" Target="../media/image26.png"/><Relationship Id="rId60" Type="http://schemas.openxmlformats.org/officeDocument/2006/relationships/image" Target="../media/image30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39.png"/><Relationship Id="rId81" Type="http://schemas.openxmlformats.org/officeDocument/2006/relationships/customXml" Target="../ink/ink40.xml"/><Relationship Id="rId86" Type="http://schemas.openxmlformats.org/officeDocument/2006/relationships/image" Target="../media/image43.png"/><Relationship Id="rId94" Type="http://schemas.openxmlformats.org/officeDocument/2006/relationships/image" Target="../media/image47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34" Type="http://schemas.openxmlformats.org/officeDocument/2006/relationships/image" Target="../media/image17.png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4" Type="http://schemas.openxmlformats.org/officeDocument/2006/relationships/image" Target="../media/image12.png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4.xml"/><Relationship Id="rId21" Type="http://schemas.openxmlformats.org/officeDocument/2006/relationships/customXml" Target="../ink/ink56.xml"/><Relationship Id="rId42" Type="http://schemas.openxmlformats.org/officeDocument/2006/relationships/image" Target="../media/image69.png"/><Relationship Id="rId63" Type="http://schemas.openxmlformats.org/officeDocument/2006/relationships/customXml" Target="../ink/ink77.xml"/><Relationship Id="rId84" Type="http://schemas.openxmlformats.org/officeDocument/2006/relationships/image" Target="../media/image90.png"/><Relationship Id="rId138" Type="http://schemas.openxmlformats.org/officeDocument/2006/relationships/image" Target="../media/image117.png"/><Relationship Id="rId159" Type="http://schemas.openxmlformats.org/officeDocument/2006/relationships/customXml" Target="../ink/ink125.xml"/><Relationship Id="rId170" Type="http://schemas.openxmlformats.org/officeDocument/2006/relationships/image" Target="../media/image133.png"/><Relationship Id="rId191" Type="http://schemas.openxmlformats.org/officeDocument/2006/relationships/customXml" Target="../ink/ink141.xml"/><Relationship Id="rId205" Type="http://schemas.openxmlformats.org/officeDocument/2006/relationships/customXml" Target="../ink/ink148.xml"/><Relationship Id="rId107" Type="http://schemas.openxmlformats.org/officeDocument/2006/relationships/customXml" Target="../ink/ink99.xml"/><Relationship Id="rId11" Type="http://schemas.openxmlformats.org/officeDocument/2006/relationships/image" Target="../media/image53.png"/><Relationship Id="rId32" Type="http://schemas.openxmlformats.org/officeDocument/2006/relationships/image" Target="../media/image64.png"/><Relationship Id="rId53" Type="http://schemas.openxmlformats.org/officeDocument/2006/relationships/customXml" Target="../ink/ink72.xml"/><Relationship Id="rId74" Type="http://schemas.openxmlformats.org/officeDocument/2006/relationships/image" Target="../media/image85.png"/><Relationship Id="rId128" Type="http://schemas.openxmlformats.org/officeDocument/2006/relationships/image" Target="../media/image112.png"/><Relationship Id="rId149" Type="http://schemas.openxmlformats.org/officeDocument/2006/relationships/customXml" Target="../ink/ink120.xml"/><Relationship Id="rId5" Type="http://schemas.openxmlformats.org/officeDocument/2006/relationships/image" Target="../media/image50.png"/><Relationship Id="rId95" Type="http://schemas.openxmlformats.org/officeDocument/2006/relationships/customXml" Target="../ink/ink93.xml"/><Relationship Id="rId160" Type="http://schemas.openxmlformats.org/officeDocument/2006/relationships/image" Target="../media/image128.png"/><Relationship Id="rId181" Type="http://schemas.openxmlformats.org/officeDocument/2006/relationships/customXml" Target="../ink/ink136.xml"/><Relationship Id="rId22" Type="http://schemas.openxmlformats.org/officeDocument/2006/relationships/image" Target="../media/image59.png"/><Relationship Id="rId43" Type="http://schemas.openxmlformats.org/officeDocument/2006/relationships/customXml" Target="../ink/ink67.xml"/><Relationship Id="rId64" Type="http://schemas.openxmlformats.org/officeDocument/2006/relationships/image" Target="../media/image80.png"/><Relationship Id="rId118" Type="http://schemas.openxmlformats.org/officeDocument/2006/relationships/image" Target="../media/image107.png"/><Relationship Id="rId139" Type="http://schemas.openxmlformats.org/officeDocument/2006/relationships/customXml" Target="../ink/ink115.xml"/><Relationship Id="rId85" Type="http://schemas.openxmlformats.org/officeDocument/2006/relationships/customXml" Target="../ink/ink88.xml"/><Relationship Id="rId150" Type="http://schemas.openxmlformats.org/officeDocument/2006/relationships/image" Target="../media/image123.png"/><Relationship Id="rId171" Type="http://schemas.openxmlformats.org/officeDocument/2006/relationships/customXml" Target="../ink/ink131.xml"/><Relationship Id="rId192" Type="http://schemas.openxmlformats.org/officeDocument/2006/relationships/image" Target="../media/image143.png"/><Relationship Id="rId206" Type="http://schemas.openxmlformats.org/officeDocument/2006/relationships/image" Target="../media/image150.png"/><Relationship Id="rId12" Type="http://schemas.openxmlformats.org/officeDocument/2006/relationships/customXml" Target="../ink/ink52.xml"/><Relationship Id="rId33" Type="http://schemas.openxmlformats.org/officeDocument/2006/relationships/customXml" Target="../ink/ink62.xml"/><Relationship Id="rId108" Type="http://schemas.openxmlformats.org/officeDocument/2006/relationships/image" Target="../media/image102.png"/><Relationship Id="rId129" Type="http://schemas.openxmlformats.org/officeDocument/2006/relationships/customXml" Target="../ink/ink110.xml"/><Relationship Id="rId54" Type="http://schemas.openxmlformats.org/officeDocument/2006/relationships/image" Target="../media/image75.png"/><Relationship Id="rId75" Type="http://schemas.openxmlformats.org/officeDocument/2006/relationships/customXml" Target="../ink/ink83.xml"/><Relationship Id="rId96" Type="http://schemas.openxmlformats.org/officeDocument/2006/relationships/image" Target="../media/image96.png"/><Relationship Id="rId140" Type="http://schemas.openxmlformats.org/officeDocument/2006/relationships/image" Target="../media/image118.png"/><Relationship Id="rId161" Type="http://schemas.openxmlformats.org/officeDocument/2006/relationships/customXml" Target="../ink/ink126.xml"/><Relationship Id="rId182" Type="http://schemas.openxmlformats.org/officeDocument/2006/relationships/image" Target="../media/image139.png"/><Relationship Id="rId6" Type="http://schemas.openxmlformats.org/officeDocument/2006/relationships/customXml" Target="../ink/ink49.xml"/><Relationship Id="rId23" Type="http://schemas.openxmlformats.org/officeDocument/2006/relationships/customXml" Target="../ink/ink57.xml"/><Relationship Id="rId119" Type="http://schemas.openxmlformats.org/officeDocument/2006/relationships/customXml" Target="../ink/ink105.xml"/><Relationship Id="rId44" Type="http://schemas.openxmlformats.org/officeDocument/2006/relationships/image" Target="../media/image70.png"/><Relationship Id="rId65" Type="http://schemas.openxmlformats.org/officeDocument/2006/relationships/customXml" Target="../ink/ink78.xml"/><Relationship Id="rId86" Type="http://schemas.openxmlformats.org/officeDocument/2006/relationships/image" Target="../media/image91.png"/><Relationship Id="rId130" Type="http://schemas.openxmlformats.org/officeDocument/2006/relationships/image" Target="../media/image113.png"/><Relationship Id="rId151" Type="http://schemas.openxmlformats.org/officeDocument/2006/relationships/customXml" Target="../ink/ink121.xml"/><Relationship Id="rId172" Type="http://schemas.openxmlformats.org/officeDocument/2006/relationships/image" Target="../media/image134.png"/><Relationship Id="rId193" Type="http://schemas.openxmlformats.org/officeDocument/2006/relationships/customXml" Target="../ink/ink142.xml"/><Relationship Id="rId13" Type="http://schemas.openxmlformats.org/officeDocument/2006/relationships/image" Target="../media/image54.png"/><Relationship Id="rId109" Type="http://schemas.openxmlformats.org/officeDocument/2006/relationships/customXml" Target="../ink/ink100.xml"/><Relationship Id="rId34" Type="http://schemas.openxmlformats.org/officeDocument/2006/relationships/image" Target="../media/image65.png"/><Relationship Id="rId55" Type="http://schemas.openxmlformats.org/officeDocument/2006/relationships/customXml" Target="../ink/ink73.xml"/><Relationship Id="rId76" Type="http://schemas.openxmlformats.org/officeDocument/2006/relationships/image" Target="../media/image86.png"/><Relationship Id="rId97" Type="http://schemas.openxmlformats.org/officeDocument/2006/relationships/customXml" Target="../ink/ink94.xml"/><Relationship Id="rId120" Type="http://schemas.openxmlformats.org/officeDocument/2006/relationships/image" Target="../media/image108.png"/><Relationship Id="rId141" Type="http://schemas.openxmlformats.org/officeDocument/2006/relationships/customXml" Target="../ink/ink116.xml"/><Relationship Id="rId7" Type="http://schemas.openxmlformats.org/officeDocument/2006/relationships/image" Target="../media/image51.png"/><Relationship Id="rId162" Type="http://schemas.openxmlformats.org/officeDocument/2006/relationships/image" Target="../media/image129.png"/><Relationship Id="rId183" Type="http://schemas.openxmlformats.org/officeDocument/2006/relationships/customXml" Target="../ink/ink137.xml"/><Relationship Id="rId24" Type="http://schemas.openxmlformats.org/officeDocument/2006/relationships/image" Target="../media/image60.png"/><Relationship Id="rId40" Type="http://schemas.openxmlformats.org/officeDocument/2006/relationships/image" Target="../media/image68.png"/><Relationship Id="rId45" Type="http://schemas.openxmlformats.org/officeDocument/2006/relationships/customXml" Target="../ink/ink68.xml"/><Relationship Id="rId66" Type="http://schemas.openxmlformats.org/officeDocument/2006/relationships/image" Target="../media/image81.png"/><Relationship Id="rId87" Type="http://schemas.openxmlformats.org/officeDocument/2006/relationships/customXml" Target="../ink/ink89.xml"/><Relationship Id="rId110" Type="http://schemas.openxmlformats.org/officeDocument/2006/relationships/image" Target="../media/image103.png"/><Relationship Id="rId115" Type="http://schemas.openxmlformats.org/officeDocument/2006/relationships/customXml" Target="../ink/ink103.xml"/><Relationship Id="rId131" Type="http://schemas.openxmlformats.org/officeDocument/2006/relationships/customXml" Target="../ink/ink111.xml"/><Relationship Id="rId136" Type="http://schemas.openxmlformats.org/officeDocument/2006/relationships/image" Target="../media/image116.png"/><Relationship Id="rId157" Type="http://schemas.openxmlformats.org/officeDocument/2006/relationships/customXml" Target="../ink/ink124.xml"/><Relationship Id="rId178" Type="http://schemas.openxmlformats.org/officeDocument/2006/relationships/image" Target="../media/image137.png"/><Relationship Id="rId61" Type="http://schemas.openxmlformats.org/officeDocument/2006/relationships/customXml" Target="../ink/ink76.xml"/><Relationship Id="rId82" Type="http://schemas.openxmlformats.org/officeDocument/2006/relationships/image" Target="../media/image89.png"/><Relationship Id="rId152" Type="http://schemas.openxmlformats.org/officeDocument/2006/relationships/image" Target="../media/image124.png"/><Relationship Id="rId173" Type="http://schemas.openxmlformats.org/officeDocument/2006/relationships/customXml" Target="../ink/ink132.xml"/><Relationship Id="rId194" Type="http://schemas.openxmlformats.org/officeDocument/2006/relationships/image" Target="../media/image144.png"/><Relationship Id="rId199" Type="http://schemas.openxmlformats.org/officeDocument/2006/relationships/customXml" Target="../ink/ink145.xml"/><Relationship Id="rId203" Type="http://schemas.openxmlformats.org/officeDocument/2006/relationships/customXml" Target="../ink/ink147.xml"/><Relationship Id="rId19" Type="http://schemas.openxmlformats.org/officeDocument/2006/relationships/customXml" Target="../ink/ink55.xml"/><Relationship Id="rId14" Type="http://schemas.openxmlformats.org/officeDocument/2006/relationships/customXml" Target="../ink/ink53.xml"/><Relationship Id="rId30" Type="http://schemas.openxmlformats.org/officeDocument/2006/relationships/image" Target="../media/image63.png"/><Relationship Id="rId35" Type="http://schemas.openxmlformats.org/officeDocument/2006/relationships/customXml" Target="../ink/ink63.xml"/><Relationship Id="rId56" Type="http://schemas.openxmlformats.org/officeDocument/2006/relationships/image" Target="../media/image76.png"/><Relationship Id="rId77" Type="http://schemas.openxmlformats.org/officeDocument/2006/relationships/customXml" Target="../ink/ink84.xml"/><Relationship Id="rId100" Type="http://schemas.openxmlformats.org/officeDocument/2006/relationships/image" Target="../media/image98.png"/><Relationship Id="rId105" Type="http://schemas.openxmlformats.org/officeDocument/2006/relationships/customXml" Target="../ink/ink98.xml"/><Relationship Id="rId126" Type="http://schemas.openxmlformats.org/officeDocument/2006/relationships/image" Target="../media/image111.png"/><Relationship Id="rId147" Type="http://schemas.openxmlformats.org/officeDocument/2006/relationships/customXml" Target="../ink/ink119.xml"/><Relationship Id="rId168" Type="http://schemas.openxmlformats.org/officeDocument/2006/relationships/image" Target="../media/image132.png"/><Relationship Id="rId8" Type="http://schemas.openxmlformats.org/officeDocument/2006/relationships/customXml" Target="../ink/ink50.xml"/><Relationship Id="rId51" Type="http://schemas.openxmlformats.org/officeDocument/2006/relationships/customXml" Target="../ink/ink71.xml"/><Relationship Id="rId72" Type="http://schemas.openxmlformats.org/officeDocument/2006/relationships/image" Target="../media/image84.png"/><Relationship Id="rId93" Type="http://schemas.openxmlformats.org/officeDocument/2006/relationships/customXml" Target="../ink/ink92.xml"/><Relationship Id="rId98" Type="http://schemas.openxmlformats.org/officeDocument/2006/relationships/image" Target="../media/image97.png"/><Relationship Id="rId121" Type="http://schemas.openxmlformats.org/officeDocument/2006/relationships/customXml" Target="../ink/ink106.xml"/><Relationship Id="rId142" Type="http://schemas.openxmlformats.org/officeDocument/2006/relationships/image" Target="../media/image119.png"/><Relationship Id="rId163" Type="http://schemas.openxmlformats.org/officeDocument/2006/relationships/customXml" Target="../ink/ink127.xml"/><Relationship Id="rId184" Type="http://schemas.openxmlformats.org/officeDocument/2006/relationships/image" Target="../media/image55.png"/><Relationship Id="rId189" Type="http://schemas.openxmlformats.org/officeDocument/2006/relationships/customXml" Target="../ink/ink140.xml"/><Relationship Id="rId3" Type="http://schemas.openxmlformats.org/officeDocument/2006/relationships/image" Target="../media/image49.png"/><Relationship Id="rId25" Type="http://schemas.openxmlformats.org/officeDocument/2006/relationships/customXml" Target="../ink/ink58.xml"/><Relationship Id="rId46" Type="http://schemas.openxmlformats.org/officeDocument/2006/relationships/image" Target="../media/image71.png"/><Relationship Id="rId67" Type="http://schemas.openxmlformats.org/officeDocument/2006/relationships/customXml" Target="../ink/ink79.xml"/><Relationship Id="rId116" Type="http://schemas.openxmlformats.org/officeDocument/2006/relationships/image" Target="../media/image106.png"/><Relationship Id="rId137" Type="http://schemas.openxmlformats.org/officeDocument/2006/relationships/customXml" Target="../ink/ink114.xml"/><Relationship Id="rId158" Type="http://schemas.openxmlformats.org/officeDocument/2006/relationships/image" Target="../media/image127.png"/><Relationship Id="rId20" Type="http://schemas.openxmlformats.org/officeDocument/2006/relationships/image" Target="../media/image58.png"/><Relationship Id="rId41" Type="http://schemas.openxmlformats.org/officeDocument/2006/relationships/customXml" Target="../ink/ink66.xml"/><Relationship Id="rId62" Type="http://schemas.openxmlformats.org/officeDocument/2006/relationships/image" Target="../media/image79.png"/><Relationship Id="rId83" Type="http://schemas.openxmlformats.org/officeDocument/2006/relationships/customXml" Target="../ink/ink87.xml"/><Relationship Id="rId88" Type="http://schemas.openxmlformats.org/officeDocument/2006/relationships/image" Target="../media/image92.png"/><Relationship Id="rId111" Type="http://schemas.openxmlformats.org/officeDocument/2006/relationships/customXml" Target="../ink/ink101.xml"/><Relationship Id="rId132" Type="http://schemas.openxmlformats.org/officeDocument/2006/relationships/image" Target="../media/image114.png"/><Relationship Id="rId153" Type="http://schemas.openxmlformats.org/officeDocument/2006/relationships/customXml" Target="../ink/ink122.xml"/><Relationship Id="rId174" Type="http://schemas.openxmlformats.org/officeDocument/2006/relationships/image" Target="../media/image135.png"/><Relationship Id="rId179" Type="http://schemas.openxmlformats.org/officeDocument/2006/relationships/customXml" Target="../ink/ink135.xml"/><Relationship Id="rId195" Type="http://schemas.openxmlformats.org/officeDocument/2006/relationships/customXml" Target="../ink/ink143.xml"/><Relationship Id="rId190" Type="http://schemas.openxmlformats.org/officeDocument/2006/relationships/image" Target="../media/image142.png"/><Relationship Id="rId204" Type="http://schemas.openxmlformats.org/officeDocument/2006/relationships/image" Target="../media/image149.png"/><Relationship Id="rId36" Type="http://schemas.openxmlformats.org/officeDocument/2006/relationships/image" Target="../media/image66.png"/><Relationship Id="rId57" Type="http://schemas.openxmlformats.org/officeDocument/2006/relationships/customXml" Target="../ink/ink74.xml"/><Relationship Id="rId106" Type="http://schemas.openxmlformats.org/officeDocument/2006/relationships/image" Target="../media/image101.png"/><Relationship Id="rId127" Type="http://schemas.openxmlformats.org/officeDocument/2006/relationships/customXml" Target="../ink/ink109.xml"/><Relationship Id="rId10" Type="http://schemas.openxmlformats.org/officeDocument/2006/relationships/customXml" Target="../ink/ink51.xml"/><Relationship Id="rId31" Type="http://schemas.openxmlformats.org/officeDocument/2006/relationships/customXml" Target="../ink/ink61.xml"/><Relationship Id="rId52" Type="http://schemas.openxmlformats.org/officeDocument/2006/relationships/image" Target="../media/image74.png"/><Relationship Id="rId73" Type="http://schemas.openxmlformats.org/officeDocument/2006/relationships/customXml" Target="../ink/ink82.xml"/><Relationship Id="rId78" Type="http://schemas.openxmlformats.org/officeDocument/2006/relationships/image" Target="../media/image87.png"/><Relationship Id="rId94" Type="http://schemas.openxmlformats.org/officeDocument/2006/relationships/image" Target="../media/image95.png"/><Relationship Id="rId99" Type="http://schemas.openxmlformats.org/officeDocument/2006/relationships/customXml" Target="../ink/ink95.xml"/><Relationship Id="rId101" Type="http://schemas.openxmlformats.org/officeDocument/2006/relationships/customXml" Target="../ink/ink96.xml"/><Relationship Id="rId122" Type="http://schemas.openxmlformats.org/officeDocument/2006/relationships/image" Target="../media/image109.png"/><Relationship Id="rId143" Type="http://schemas.openxmlformats.org/officeDocument/2006/relationships/customXml" Target="../ink/ink117.xml"/><Relationship Id="rId148" Type="http://schemas.openxmlformats.org/officeDocument/2006/relationships/image" Target="../media/image122.png"/><Relationship Id="rId164" Type="http://schemas.openxmlformats.org/officeDocument/2006/relationships/image" Target="../media/image130.png"/><Relationship Id="rId169" Type="http://schemas.openxmlformats.org/officeDocument/2006/relationships/customXml" Target="../ink/ink130.xml"/><Relationship Id="rId185" Type="http://schemas.openxmlformats.org/officeDocument/2006/relationships/customXml" Target="../ink/ink138.xml"/><Relationship Id="rId4" Type="http://schemas.openxmlformats.org/officeDocument/2006/relationships/customXml" Target="../ink/ink48.xml"/><Relationship Id="rId9" Type="http://schemas.openxmlformats.org/officeDocument/2006/relationships/image" Target="../media/image52.png"/><Relationship Id="rId180" Type="http://schemas.openxmlformats.org/officeDocument/2006/relationships/image" Target="../media/image138.png"/><Relationship Id="rId26" Type="http://schemas.openxmlformats.org/officeDocument/2006/relationships/image" Target="../media/image61.png"/><Relationship Id="rId47" Type="http://schemas.openxmlformats.org/officeDocument/2006/relationships/customXml" Target="../ink/ink69.xml"/><Relationship Id="rId68" Type="http://schemas.openxmlformats.org/officeDocument/2006/relationships/image" Target="../media/image82.png"/><Relationship Id="rId89" Type="http://schemas.openxmlformats.org/officeDocument/2006/relationships/customXml" Target="../ink/ink90.xml"/><Relationship Id="rId112" Type="http://schemas.openxmlformats.org/officeDocument/2006/relationships/image" Target="../media/image104.png"/><Relationship Id="rId133" Type="http://schemas.openxmlformats.org/officeDocument/2006/relationships/customXml" Target="../ink/ink112.xml"/><Relationship Id="rId154" Type="http://schemas.openxmlformats.org/officeDocument/2006/relationships/image" Target="../media/image125.png"/><Relationship Id="rId175" Type="http://schemas.openxmlformats.org/officeDocument/2006/relationships/customXml" Target="../ink/ink133.xml"/><Relationship Id="rId196" Type="http://schemas.openxmlformats.org/officeDocument/2006/relationships/image" Target="../media/image145.png"/><Relationship Id="rId200" Type="http://schemas.openxmlformats.org/officeDocument/2006/relationships/image" Target="../media/image147.png"/><Relationship Id="rId16" Type="http://schemas.openxmlformats.org/officeDocument/2006/relationships/image" Target="../media/image56.png"/><Relationship Id="rId37" Type="http://schemas.openxmlformats.org/officeDocument/2006/relationships/customXml" Target="../ink/ink64.xml"/><Relationship Id="rId58" Type="http://schemas.openxmlformats.org/officeDocument/2006/relationships/image" Target="../media/image77.png"/><Relationship Id="rId79" Type="http://schemas.openxmlformats.org/officeDocument/2006/relationships/customXml" Target="../ink/ink85.xml"/><Relationship Id="rId102" Type="http://schemas.openxmlformats.org/officeDocument/2006/relationships/image" Target="../media/image99.png"/><Relationship Id="rId123" Type="http://schemas.openxmlformats.org/officeDocument/2006/relationships/customXml" Target="../ink/ink107.xml"/><Relationship Id="rId144" Type="http://schemas.openxmlformats.org/officeDocument/2006/relationships/image" Target="../media/image120.png"/><Relationship Id="rId90" Type="http://schemas.openxmlformats.org/officeDocument/2006/relationships/image" Target="../media/image93.png"/><Relationship Id="rId165" Type="http://schemas.openxmlformats.org/officeDocument/2006/relationships/customXml" Target="../ink/ink128.xml"/><Relationship Id="rId186" Type="http://schemas.openxmlformats.org/officeDocument/2006/relationships/image" Target="../media/image140.png"/><Relationship Id="rId27" Type="http://schemas.openxmlformats.org/officeDocument/2006/relationships/customXml" Target="../ink/ink59.xml"/><Relationship Id="rId48" Type="http://schemas.openxmlformats.org/officeDocument/2006/relationships/image" Target="../media/image72.png"/><Relationship Id="rId69" Type="http://schemas.openxmlformats.org/officeDocument/2006/relationships/customXml" Target="../ink/ink80.xml"/><Relationship Id="rId113" Type="http://schemas.openxmlformats.org/officeDocument/2006/relationships/customXml" Target="../ink/ink102.xml"/><Relationship Id="rId134" Type="http://schemas.openxmlformats.org/officeDocument/2006/relationships/image" Target="../media/image115.png"/><Relationship Id="rId80" Type="http://schemas.openxmlformats.org/officeDocument/2006/relationships/image" Target="../media/image88.png"/><Relationship Id="rId155" Type="http://schemas.openxmlformats.org/officeDocument/2006/relationships/customXml" Target="../ink/ink123.xml"/><Relationship Id="rId176" Type="http://schemas.openxmlformats.org/officeDocument/2006/relationships/image" Target="../media/image136.png"/><Relationship Id="rId197" Type="http://schemas.openxmlformats.org/officeDocument/2006/relationships/customXml" Target="../ink/ink144.xml"/><Relationship Id="rId201" Type="http://schemas.openxmlformats.org/officeDocument/2006/relationships/customXml" Target="../ink/ink146.xml"/><Relationship Id="rId17" Type="http://schemas.openxmlformats.org/officeDocument/2006/relationships/customXml" Target="../ink/ink54.xml"/><Relationship Id="rId38" Type="http://schemas.openxmlformats.org/officeDocument/2006/relationships/image" Target="../media/image67.png"/><Relationship Id="rId59" Type="http://schemas.openxmlformats.org/officeDocument/2006/relationships/customXml" Target="../ink/ink75.xml"/><Relationship Id="rId103" Type="http://schemas.openxmlformats.org/officeDocument/2006/relationships/customXml" Target="../ink/ink97.xml"/><Relationship Id="rId124" Type="http://schemas.openxmlformats.org/officeDocument/2006/relationships/image" Target="../media/image110.png"/><Relationship Id="rId70" Type="http://schemas.openxmlformats.org/officeDocument/2006/relationships/image" Target="../media/image83.png"/><Relationship Id="rId91" Type="http://schemas.openxmlformats.org/officeDocument/2006/relationships/customXml" Target="../ink/ink91.xml"/><Relationship Id="rId145" Type="http://schemas.openxmlformats.org/officeDocument/2006/relationships/customXml" Target="../ink/ink118.xml"/><Relationship Id="rId166" Type="http://schemas.openxmlformats.org/officeDocument/2006/relationships/image" Target="../media/image131.png"/><Relationship Id="rId187" Type="http://schemas.openxmlformats.org/officeDocument/2006/relationships/customXml" Target="../ink/ink139.xml"/><Relationship Id="rId1" Type="http://schemas.openxmlformats.org/officeDocument/2006/relationships/slideLayout" Target="../slideLayouts/slideLayout1.xml"/><Relationship Id="rId28" Type="http://schemas.openxmlformats.org/officeDocument/2006/relationships/image" Target="../media/image62.png"/><Relationship Id="rId49" Type="http://schemas.openxmlformats.org/officeDocument/2006/relationships/customXml" Target="../ink/ink70.xml"/><Relationship Id="rId114" Type="http://schemas.openxmlformats.org/officeDocument/2006/relationships/image" Target="../media/image105.png"/><Relationship Id="rId60" Type="http://schemas.openxmlformats.org/officeDocument/2006/relationships/image" Target="../media/image78.png"/><Relationship Id="rId81" Type="http://schemas.openxmlformats.org/officeDocument/2006/relationships/customXml" Target="../ink/ink86.xml"/><Relationship Id="rId135" Type="http://schemas.openxmlformats.org/officeDocument/2006/relationships/customXml" Target="../ink/ink113.xml"/><Relationship Id="rId156" Type="http://schemas.openxmlformats.org/officeDocument/2006/relationships/image" Target="../media/image126.png"/><Relationship Id="rId177" Type="http://schemas.openxmlformats.org/officeDocument/2006/relationships/customXml" Target="../ink/ink134.xml"/><Relationship Id="rId198" Type="http://schemas.openxmlformats.org/officeDocument/2006/relationships/image" Target="../media/image146.png"/><Relationship Id="rId202" Type="http://schemas.openxmlformats.org/officeDocument/2006/relationships/image" Target="../media/image148.png"/><Relationship Id="rId18" Type="http://schemas.openxmlformats.org/officeDocument/2006/relationships/image" Target="../media/image57.png"/><Relationship Id="rId39" Type="http://schemas.openxmlformats.org/officeDocument/2006/relationships/customXml" Target="../ink/ink65.xml"/><Relationship Id="rId50" Type="http://schemas.openxmlformats.org/officeDocument/2006/relationships/image" Target="../media/image73.png"/><Relationship Id="rId104" Type="http://schemas.openxmlformats.org/officeDocument/2006/relationships/image" Target="../media/image100.png"/><Relationship Id="rId125" Type="http://schemas.openxmlformats.org/officeDocument/2006/relationships/customXml" Target="../ink/ink108.xml"/><Relationship Id="rId146" Type="http://schemas.openxmlformats.org/officeDocument/2006/relationships/image" Target="../media/image121.png"/><Relationship Id="rId167" Type="http://schemas.openxmlformats.org/officeDocument/2006/relationships/customXml" Target="../ink/ink129.xml"/><Relationship Id="rId188" Type="http://schemas.openxmlformats.org/officeDocument/2006/relationships/image" Target="../media/image141.png"/><Relationship Id="rId71" Type="http://schemas.openxmlformats.org/officeDocument/2006/relationships/customXml" Target="../ink/ink81.xml"/><Relationship Id="rId92" Type="http://schemas.openxmlformats.org/officeDocument/2006/relationships/image" Target="../media/image94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AD5DFD-5D95-68E3-2343-19B5323A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76B73EE-315B-1E20-06AE-3C0F3BF34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618" y="64655"/>
            <a:ext cx="11028218" cy="6576290"/>
          </a:xfrm>
          <a:prstGeom prst="rect">
            <a:avLst/>
          </a:prstGeom>
        </p:spPr>
      </p:pic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F2944D6A-8E4E-1D5D-0D78-23F2E540A088}"/>
              </a:ext>
            </a:extLst>
          </p:cNvPr>
          <p:cNvGrpSpPr/>
          <p:nvPr/>
        </p:nvGrpSpPr>
        <p:grpSpPr>
          <a:xfrm>
            <a:off x="2188727" y="1873629"/>
            <a:ext cx="3428280" cy="1396440"/>
            <a:chOff x="2188727" y="1873629"/>
            <a:chExt cx="3428280" cy="139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インク 6">
                  <a:extLst>
                    <a:ext uri="{FF2B5EF4-FFF2-40B4-BE49-F238E27FC236}">
                      <a16:creationId xmlns:a16="http://schemas.microsoft.com/office/drawing/2014/main" id="{7137C580-1198-3244-8EE1-728DF7D74584}"/>
                    </a:ext>
                  </a:extLst>
                </p14:cNvPr>
                <p14:cNvContentPartPr/>
                <p14:nvPr/>
              </p14:nvContentPartPr>
              <p14:xfrm>
                <a:off x="2188727" y="2276469"/>
                <a:ext cx="957960" cy="325800"/>
              </p14:xfrm>
            </p:contentPart>
          </mc:Choice>
          <mc:Fallback xmlns="">
            <p:pic>
              <p:nvPicPr>
                <p:cNvPr id="7" name="インク 6">
                  <a:extLst>
                    <a:ext uri="{FF2B5EF4-FFF2-40B4-BE49-F238E27FC236}">
                      <a16:creationId xmlns:a16="http://schemas.microsoft.com/office/drawing/2014/main" id="{7137C580-1198-3244-8EE1-728DF7D7458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82607" y="2270349"/>
                  <a:ext cx="9702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インク 7">
                  <a:extLst>
                    <a:ext uri="{FF2B5EF4-FFF2-40B4-BE49-F238E27FC236}">
                      <a16:creationId xmlns:a16="http://schemas.microsoft.com/office/drawing/2014/main" id="{8DC7C641-A2C5-AE26-D03A-E4691B49035F}"/>
                    </a:ext>
                  </a:extLst>
                </p14:cNvPr>
                <p14:cNvContentPartPr/>
                <p14:nvPr/>
              </p14:nvContentPartPr>
              <p14:xfrm>
                <a:off x="2475287" y="2465829"/>
                <a:ext cx="356760" cy="347400"/>
              </p14:xfrm>
            </p:contentPart>
          </mc:Choice>
          <mc:Fallback xmlns="">
            <p:pic>
              <p:nvPicPr>
                <p:cNvPr id="8" name="インク 7">
                  <a:extLst>
                    <a:ext uri="{FF2B5EF4-FFF2-40B4-BE49-F238E27FC236}">
                      <a16:creationId xmlns:a16="http://schemas.microsoft.com/office/drawing/2014/main" id="{8DC7C641-A2C5-AE26-D03A-E4691B49035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69167" y="2459709"/>
                  <a:ext cx="3690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A746F1C7-C3DE-495F-B3D6-93231E45E087}"/>
                    </a:ext>
                  </a:extLst>
                </p14:cNvPr>
                <p14:cNvContentPartPr/>
                <p14:nvPr/>
              </p14:nvContentPartPr>
              <p14:xfrm>
                <a:off x="3580847" y="2733669"/>
                <a:ext cx="12600" cy="13572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A746F1C7-C3DE-495F-B3D6-93231E45E08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74727" y="2727549"/>
                  <a:ext cx="248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インク 9">
                  <a:extLst>
                    <a:ext uri="{FF2B5EF4-FFF2-40B4-BE49-F238E27FC236}">
                      <a16:creationId xmlns:a16="http://schemas.microsoft.com/office/drawing/2014/main" id="{147C6247-8810-3C73-5754-F86992A421E8}"/>
                    </a:ext>
                  </a:extLst>
                </p14:cNvPr>
                <p14:cNvContentPartPr/>
                <p14:nvPr/>
              </p14:nvContentPartPr>
              <p14:xfrm>
                <a:off x="3343607" y="2761389"/>
                <a:ext cx="9720" cy="147600"/>
              </p14:xfrm>
            </p:contentPart>
          </mc:Choice>
          <mc:Fallback xmlns="">
            <p:pic>
              <p:nvPicPr>
                <p:cNvPr id="10" name="インク 9">
                  <a:extLst>
                    <a:ext uri="{FF2B5EF4-FFF2-40B4-BE49-F238E27FC236}">
                      <a16:creationId xmlns:a16="http://schemas.microsoft.com/office/drawing/2014/main" id="{147C6247-8810-3C73-5754-F86992A421E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337487" y="2755269"/>
                  <a:ext cx="219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インク 12">
                  <a:extLst>
                    <a:ext uri="{FF2B5EF4-FFF2-40B4-BE49-F238E27FC236}">
                      <a16:creationId xmlns:a16="http://schemas.microsoft.com/office/drawing/2014/main" id="{7DCB5FA6-0302-070B-9458-C0A6778C2808}"/>
                    </a:ext>
                  </a:extLst>
                </p14:cNvPr>
                <p14:cNvContentPartPr/>
                <p14:nvPr/>
              </p14:nvContentPartPr>
              <p14:xfrm>
                <a:off x="3151727" y="2789109"/>
                <a:ext cx="609840" cy="480960"/>
              </p14:xfrm>
            </p:contentPart>
          </mc:Choice>
          <mc:Fallback xmlns="">
            <p:pic>
              <p:nvPicPr>
                <p:cNvPr id="13" name="インク 12">
                  <a:extLst>
                    <a:ext uri="{FF2B5EF4-FFF2-40B4-BE49-F238E27FC236}">
                      <a16:creationId xmlns:a16="http://schemas.microsoft.com/office/drawing/2014/main" id="{7DCB5FA6-0302-070B-9458-C0A6778C280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45607" y="2782989"/>
                  <a:ext cx="62208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インク 13">
                  <a:extLst>
                    <a:ext uri="{FF2B5EF4-FFF2-40B4-BE49-F238E27FC236}">
                      <a16:creationId xmlns:a16="http://schemas.microsoft.com/office/drawing/2014/main" id="{D32BA895-68F7-9238-1265-E02749CBB385}"/>
                    </a:ext>
                  </a:extLst>
                </p14:cNvPr>
                <p14:cNvContentPartPr/>
                <p14:nvPr/>
              </p14:nvContentPartPr>
              <p14:xfrm>
                <a:off x="3869927" y="2161989"/>
                <a:ext cx="635760" cy="900000"/>
              </p14:xfrm>
            </p:contentPart>
          </mc:Choice>
          <mc:Fallback xmlns="">
            <p:pic>
              <p:nvPicPr>
                <p:cNvPr id="14" name="インク 13">
                  <a:extLst>
                    <a:ext uri="{FF2B5EF4-FFF2-40B4-BE49-F238E27FC236}">
                      <a16:creationId xmlns:a16="http://schemas.microsoft.com/office/drawing/2014/main" id="{D32BA895-68F7-9238-1265-E02749CBB38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63807" y="2155869"/>
                  <a:ext cx="648000" cy="9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D869BC63-9235-97AC-7F08-A7156C420A39}"/>
                    </a:ext>
                  </a:extLst>
                </p14:cNvPr>
                <p14:cNvContentPartPr/>
                <p14:nvPr/>
              </p14:nvContentPartPr>
              <p14:xfrm>
                <a:off x="4570487" y="1873629"/>
                <a:ext cx="195480" cy="213840"/>
              </p14:xfrm>
            </p:contentPart>
          </mc:Choice>
          <mc:Fallback xmlns=""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D869BC63-9235-97AC-7F08-A7156C420A3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564367" y="1867509"/>
                  <a:ext cx="2077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インク 19">
                  <a:extLst>
                    <a:ext uri="{FF2B5EF4-FFF2-40B4-BE49-F238E27FC236}">
                      <a16:creationId xmlns:a16="http://schemas.microsoft.com/office/drawing/2014/main" id="{A33ECC21-4D95-0C49-2046-4AFCDAEA277C}"/>
                    </a:ext>
                  </a:extLst>
                </p14:cNvPr>
                <p14:cNvContentPartPr/>
                <p14:nvPr/>
              </p14:nvContentPartPr>
              <p14:xfrm>
                <a:off x="4930487" y="2280429"/>
                <a:ext cx="686520" cy="638640"/>
              </p14:xfrm>
            </p:contentPart>
          </mc:Choice>
          <mc:Fallback xmlns="">
            <p:pic>
              <p:nvPicPr>
                <p:cNvPr id="20" name="インク 19">
                  <a:extLst>
                    <a:ext uri="{FF2B5EF4-FFF2-40B4-BE49-F238E27FC236}">
                      <a16:creationId xmlns:a16="http://schemas.microsoft.com/office/drawing/2014/main" id="{A33ECC21-4D95-0C49-2046-4AFCDAEA277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24367" y="2274309"/>
                  <a:ext cx="698760" cy="65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5E70FDA9-DB2A-688E-D365-D6FA1960ABCE}"/>
              </a:ext>
            </a:extLst>
          </p:cNvPr>
          <p:cNvGrpSpPr/>
          <p:nvPr/>
        </p:nvGrpSpPr>
        <p:grpSpPr>
          <a:xfrm>
            <a:off x="5809247" y="1754829"/>
            <a:ext cx="489960" cy="923400"/>
            <a:chOff x="5809247" y="1754829"/>
            <a:chExt cx="489960" cy="92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7" name="インク 26">
                  <a:extLst>
                    <a:ext uri="{FF2B5EF4-FFF2-40B4-BE49-F238E27FC236}">
                      <a16:creationId xmlns:a16="http://schemas.microsoft.com/office/drawing/2014/main" id="{6101E094-7F64-BAA4-C147-56E6155D8645}"/>
                    </a:ext>
                  </a:extLst>
                </p14:cNvPr>
                <p14:cNvContentPartPr/>
                <p14:nvPr/>
              </p14:nvContentPartPr>
              <p14:xfrm>
                <a:off x="5809247" y="1754829"/>
                <a:ext cx="489960" cy="442080"/>
              </p14:xfrm>
            </p:contentPart>
          </mc:Choice>
          <mc:Fallback xmlns="">
            <p:pic>
              <p:nvPicPr>
                <p:cNvPr id="27" name="インク 26">
                  <a:extLst>
                    <a:ext uri="{FF2B5EF4-FFF2-40B4-BE49-F238E27FC236}">
                      <a16:creationId xmlns:a16="http://schemas.microsoft.com/office/drawing/2014/main" id="{6101E094-7F64-BAA4-C147-56E6155D864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803127" y="1748709"/>
                  <a:ext cx="50220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8" name="インク 27">
                  <a:extLst>
                    <a:ext uri="{FF2B5EF4-FFF2-40B4-BE49-F238E27FC236}">
                      <a16:creationId xmlns:a16="http://schemas.microsoft.com/office/drawing/2014/main" id="{D49624EE-7174-7086-BADE-11441A309C39}"/>
                    </a:ext>
                  </a:extLst>
                </p14:cNvPr>
                <p14:cNvContentPartPr/>
                <p14:nvPr/>
              </p14:nvContentPartPr>
              <p14:xfrm>
                <a:off x="6123527" y="2003949"/>
                <a:ext cx="19080" cy="674280"/>
              </p14:xfrm>
            </p:contentPart>
          </mc:Choice>
          <mc:Fallback xmlns="">
            <p:pic>
              <p:nvPicPr>
                <p:cNvPr id="28" name="インク 27">
                  <a:extLst>
                    <a:ext uri="{FF2B5EF4-FFF2-40B4-BE49-F238E27FC236}">
                      <a16:creationId xmlns:a16="http://schemas.microsoft.com/office/drawing/2014/main" id="{D49624EE-7174-7086-BADE-11441A309C3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117407" y="1997829"/>
                  <a:ext cx="31320" cy="68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95E7A3DE-FC98-BA3A-D4C9-6737738B0B2E}"/>
              </a:ext>
            </a:extLst>
          </p:cNvPr>
          <p:cNvGrpSpPr/>
          <p:nvPr/>
        </p:nvGrpSpPr>
        <p:grpSpPr>
          <a:xfrm>
            <a:off x="6597647" y="1570149"/>
            <a:ext cx="1960200" cy="1051920"/>
            <a:chOff x="6597647" y="1570149"/>
            <a:chExt cx="1960200" cy="105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6" name="インク 35">
                  <a:extLst>
                    <a:ext uri="{FF2B5EF4-FFF2-40B4-BE49-F238E27FC236}">
                      <a16:creationId xmlns:a16="http://schemas.microsoft.com/office/drawing/2014/main" id="{750D70A8-922E-7F10-710A-6911865199C7}"/>
                    </a:ext>
                  </a:extLst>
                </p14:cNvPr>
                <p14:cNvContentPartPr/>
                <p14:nvPr/>
              </p14:nvContentPartPr>
              <p14:xfrm>
                <a:off x="6597647" y="1773189"/>
                <a:ext cx="459360" cy="848880"/>
              </p14:xfrm>
            </p:contentPart>
          </mc:Choice>
          <mc:Fallback xmlns="">
            <p:pic>
              <p:nvPicPr>
                <p:cNvPr id="36" name="インク 35">
                  <a:extLst>
                    <a:ext uri="{FF2B5EF4-FFF2-40B4-BE49-F238E27FC236}">
                      <a16:creationId xmlns:a16="http://schemas.microsoft.com/office/drawing/2014/main" id="{750D70A8-922E-7F10-710A-6911865199C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91527" y="1767069"/>
                  <a:ext cx="471600" cy="86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7" name="インク 36">
                  <a:extLst>
                    <a:ext uri="{FF2B5EF4-FFF2-40B4-BE49-F238E27FC236}">
                      <a16:creationId xmlns:a16="http://schemas.microsoft.com/office/drawing/2014/main" id="{34D2AA24-E28F-5C42-76F1-A57B11154181}"/>
                    </a:ext>
                  </a:extLst>
                </p14:cNvPr>
                <p14:cNvContentPartPr/>
                <p14:nvPr/>
              </p14:nvContentPartPr>
              <p14:xfrm>
                <a:off x="6816167" y="2041029"/>
                <a:ext cx="251280" cy="284040"/>
              </p14:xfrm>
            </p:contentPart>
          </mc:Choice>
          <mc:Fallback xmlns="">
            <p:pic>
              <p:nvPicPr>
                <p:cNvPr id="37" name="インク 36">
                  <a:extLst>
                    <a:ext uri="{FF2B5EF4-FFF2-40B4-BE49-F238E27FC236}">
                      <a16:creationId xmlns:a16="http://schemas.microsoft.com/office/drawing/2014/main" id="{34D2AA24-E28F-5C42-76F1-A57B1115418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810047" y="2034909"/>
                  <a:ext cx="2635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9" name="インク 38">
                  <a:extLst>
                    <a:ext uri="{FF2B5EF4-FFF2-40B4-BE49-F238E27FC236}">
                      <a16:creationId xmlns:a16="http://schemas.microsoft.com/office/drawing/2014/main" id="{7524793A-3896-A7FA-BBE9-0F162274B228}"/>
                    </a:ext>
                  </a:extLst>
                </p14:cNvPr>
                <p14:cNvContentPartPr/>
                <p14:nvPr/>
              </p14:nvContentPartPr>
              <p14:xfrm>
                <a:off x="7305767" y="2079549"/>
                <a:ext cx="442440" cy="164880"/>
              </p14:xfrm>
            </p:contentPart>
          </mc:Choice>
          <mc:Fallback xmlns="">
            <p:pic>
              <p:nvPicPr>
                <p:cNvPr id="39" name="インク 38">
                  <a:extLst>
                    <a:ext uri="{FF2B5EF4-FFF2-40B4-BE49-F238E27FC236}">
                      <a16:creationId xmlns:a16="http://schemas.microsoft.com/office/drawing/2014/main" id="{7524793A-3896-A7FA-BBE9-0F162274B22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99647" y="2073429"/>
                  <a:ext cx="4546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0" name="インク 39">
                  <a:extLst>
                    <a:ext uri="{FF2B5EF4-FFF2-40B4-BE49-F238E27FC236}">
                      <a16:creationId xmlns:a16="http://schemas.microsoft.com/office/drawing/2014/main" id="{938C430B-B622-44CA-9B46-5D9C5EAD3BEE}"/>
                    </a:ext>
                  </a:extLst>
                </p14:cNvPr>
                <p14:cNvContentPartPr/>
                <p14:nvPr/>
              </p14:nvContentPartPr>
              <p14:xfrm>
                <a:off x="7970687" y="1680669"/>
                <a:ext cx="108000" cy="187200"/>
              </p14:xfrm>
            </p:contentPart>
          </mc:Choice>
          <mc:Fallback xmlns="">
            <p:pic>
              <p:nvPicPr>
                <p:cNvPr id="40" name="インク 39">
                  <a:extLst>
                    <a:ext uri="{FF2B5EF4-FFF2-40B4-BE49-F238E27FC236}">
                      <a16:creationId xmlns:a16="http://schemas.microsoft.com/office/drawing/2014/main" id="{938C430B-B622-44CA-9B46-5D9C5EAD3BE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64567" y="1674549"/>
                  <a:ext cx="1202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1" name="インク 40">
                  <a:extLst>
                    <a:ext uri="{FF2B5EF4-FFF2-40B4-BE49-F238E27FC236}">
                      <a16:creationId xmlns:a16="http://schemas.microsoft.com/office/drawing/2014/main" id="{618ABC4B-E42C-538D-3A9E-8BA7CF4E987F}"/>
                    </a:ext>
                  </a:extLst>
                </p14:cNvPr>
                <p14:cNvContentPartPr/>
                <p14:nvPr/>
              </p14:nvContentPartPr>
              <p14:xfrm>
                <a:off x="7767647" y="1819269"/>
                <a:ext cx="197280" cy="227520"/>
              </p14:xfrm>
            </p:contentPart>
          </mc:Choice>
          <mc:Fallback xmlns="">
            <p:pic>
              <p:nvPicPr>
                <p:cNvPr id="41" name="インク 40">
                  <a:extLst>
                    <a:ext uri="{FF2B5EF4-FFF2-40B4-BE49-F238E27FC236}">
                      <a16:creationId xmlns:a16="http://schemas.microsoft.com/office/drawing/2014/main" id="{618ABC4B-E42C-538D-3A9E-8BA7CF4E987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761527" y="1813149"/>
                  <a:ext cx="2095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2" name="インク 41">
                  <a:extLst>
                    <a:ext uri="{FF2B5EF4-FFF2-40B4-BE49-F238E27FC236}">
                      <a16:creationId xmlns:a16="http://schemas.microsoft.com/office/drawing/2014/main" id="{26B486BF-34FA-AC02-023C-98386CB2CC7B}"/>
                    </a:ext>
                  </a:extLst>
                </p14:cNvPr>
                <p14:cNvContentPartPr/>
                <p14:nvPr/>
              </p14:nvContentPartPr>
              <p14:xfrm>
                <a:off x="8063207" y="1811349"/>
                <a:ext cx="305640" cy="627120"/>
              </p14:xfrm>
            </p:contentPart>
          </mc:Choice>
          <mc:Fallback xmlns="">
            <p:pic>
              <p:nvPicPr>
                <p:cNvPr id="42" name="インク 41">
                  <a:extLst>
                    <a:ext uri="{FF2B5EF4-FFF2-40B4-BE49-F238E27FC236}">
                      <a16:creationId xmlns:a16="http://schemas.microsoft.com/office/drawing/2014/main" id="{26B486BF-34FA-AC02-023C-98386CB2CC7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057087" y="1805229"/>
                  <a:ext cx="31788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3" name="インク 42">
                  <a:extLst>
                    <a:ext uri="{FF2B5EF4-FFF2-40B4-BE49-F238E27FC236}">
                      <a16:creationId xmlns:a16="http://schemas.microsoft.com/office/drawing/2014/main" id="{B9475076-06FA-AB86-0ED4-6B7C19CA2CF3}"/>
                    </a:ext>
                  </a:extLst>
                </p14:cNvPr>
                <p14:cNvContentPartPr/>
                <p14:nvPr/>
              </p14:nvContentPartPr>
              <p14:xfrm>
                <a:off x="8368127" y="1570149"/>
                <a:ext cx="29880" cy="129240"/>
              </p14:xfrm>
            </p:contentPart>
          </mc:Choice>
          <mc:Fallback xmlns="">
            <p:pic>
              <p:nvPicPr>
                <p:cNvPr id="43" name="インク 42">
                  <a:extLst>
                    <a:ext uri="{FF2B5EF4-FFF2-40B4-BE49-F238E27FC236}">
                      <a16:creationId xmlns:a16="http://schemas.microsoft.com/office/drawing/2014/main" id="{B9475076-06FA-AB86-0ED4-6B7C19CA2CF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362007" y="1564029"/>
                  <a:ext cx="421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4" name="インク 43">
                  <a:extLst>
                    <a:ext uri="{FF2B5EF4-FFF2-40B4-BE49-F238E27FC236}">
                      <a16:creationId xmlns:a16="http://schemas.microsoft.com/office/drawing/2014/main" id="{F9716CCA-B920-A57F-814A-ED3D6C83C2EE}"/>
                    </a:ext>
                  </a:extLst>
                </p14:cNvPr>
                <p14:cNvContentPartPr/>
                <p14:nvPr/>
              </p14:nvContentPartPr>
              <p14:xfrm>
                <a:off x="8488007" y="1570149"/>
                <a:ext cx="69840" cy="131040"/>
              </p14:xfrm>
            </p:contentPart>
          </mc:Choice>
          <mc:Fallback xmlns="">
            <p:pic>
              <p:nvPicPr>
                <p:cNvPr id="44" name="インク 43">
                  <a:extLst>
                    <a:ext uri="{FF2B5EF4-FFF2-40B4-BE49-F238E27FC236}">
                      <a16:creationId xmlns:a16="http://schemas.microsoft.com/office/drawing/2014/main" id="{F9716CCA-B920-A57F-814A-ED3D6C83C2E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481887" y="1564029"/>
                  <a:ext cx="82080" cy="14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7" name="インク 46">
                <a:extLst>
                  <a:ext uri="{FF2B5EF4-FFF2-40B4-BE49-F238E27FC236}">
                    <a16:creationId xmlns:a16="http://schemas.microsoft.com/office/drawing/2014/main" id="{AA4F20B7-B135-9CBA-F1D7-61361189A13E}"/>
                  </a:ext>
                </a:extLst>
              </p14:cNvPr>
              <p14:cNvContentPartPr/>
              <p14:nvPr/>
            </p14:nvContentPartPr>
            <p14:xfrm>
              <a:off x="9216287" y="73629"/>
              <a:ext cx="1977120" cy="843120"/>
            </p14:xfrm>
          </p:contentPart>
        </mc:Choice>
        <mc:Fallback xmlns="">
          <p:pic>
            <p:nvPicPr>
              <p:cNvPr id="47" name="インク 46">
                <a:extLst>
                  <a:ext uri="{FF2B5EF4-FFF2-40B4-BE49-F238E27FC236}">
                    <a16:creationId xmlns:a16="http://schemas.microsoft.com/office/drawing/2014/main" id="{AA4F20B7-B135-9CBA-F1D7-61361189A13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210167" y="67509"/>
                <a:ext cx="1989360" cy="85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360CB873-C3B2-85CD-209D-0F41919F4432}"/>
              </a:ext>
            </a:extLst>
          </p:cNvPr>
          <p:cNvGrpSpPr/>
          <p:nvPr/>
        </p:nvGrpSpPr>
        <p:grpSpPr>
          <a:xfrm>
            <a:off x="9637127" y="1042749"/>
            <a:ext cx="224280" cy="638280"/>
            <a:chOff x="9637127" y="1042749"/>
            <a:chExt cx="224280" cy="63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8" name="インク 47">
                  <a:extLst>
                    <a:ext uri="{FF2B5EF4-FFF2-40B4-BE49-F238E27FC236}">
                      <a16:creationId xmlns:a16="http://schemas.microsoft.com/office/drawing/2014/main" id="{F39EBC05-24A5-3AF1-C40E-427227D7C8BB}"/>
                    </a:ext>
                  </a:extLst>
                </p14:cNvPr>
                <p14:cNvContentPartPr/>
                <p14:nvPr/>
              </p14:nvContentPartPr>
              <p14:xfrm>
                <a:off x="9637127" y="1042749"/>
                <a:ext cx="108360" cy="638280"/>
              </p14:xfrm>
            </p:contentPart>
          </mc:Choice>
          <mc:Fallback xmlns="">
            <p:pic>
              <p:nvPicPr>
                <p:cNvPr id="48" name="インク 47">
                  <a:extLst>
                    <a:ext uri="{FF2B5EF4-FFF2-40B4-BE49-F238E27FC236}">
                      <a16:creationId xmlns:a16="http://schemas.microsoft.com/office/drawing/2014/main" id="{F39EBC05-24A5-3AF1-C40E-427227D7C8B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31007" y="1036629"/>
                  <a:ext cx="12060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9" name="インク 48">
                  <a:extLst>
                    <a:ext uri="{FF2B5EF4-FFF2-40B4-BE49-F238E27FC236}">
                      <a16:creationId xmlns:a16="http://schemas.microsoft.com/office/drawing/2014/main" id="{93748896-95F3-42BF-85D2-5FC7C8825030}"/>
                    </a:ext>
                  </a:extLst>
                </p14:cNvPr>
                <p14:cNvContentPartPr/>
                <p14:nvPr/>
              </p14:nvContentPartPr>
              <p14:xfrm>
                <a:off x="9716327" y="1043829"/>
                <a:ext cx="145080" cy="113760"/>
              </p14:xfrm>
            </p:contentPart>
          </mc:Choice>
          <mc:Fallback xmlns="">
            <p:pic>
              <p:nvPicPr>
                <p:cNvPr id="49" name="インク 48">
                  <a:extLst>
                    <a:ext uri="{FF2B5EF4-FFF2-40B4-BE49-F238E27FC236}">
                      <a16:creationId xmlns:a16="http://schemas.microsoft.com/office/drawing/2014/main" id="{93748896-95F3-42BF-85D2-5FC7C882503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710207" y="1037709"/>
                  <a:ext cx="15732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グループ化 106">
            <a:extLst>
              <a:ext uri="{FF2B5EF4-FFF2-40B4-BE49-F238E27FC236}">
                <a16:creationId xmlns:a16="http://schemas.microsoft.com/office/drawing/2014/main" id="{13C8ABFD-A4E5-1F22-1689-AC0DF3D67086}"/>
              </a:ext>
            </a:extLst>
          </p:cNvPr>
          <p:cNvGrpSpPr/>
          <p:nvPr/>
        </p:nvGrpSpPr>
        <p:grpSpPr>
          <a:xfrm>
            <a:off x="8968247" y="1627389"/>
            <a:ext cx="1635480" cy="682560"/>
            <a:chOff x="8968247" y="1627389"/>
            <a:chExt cx="1635480" cy="68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3" name="インク 72">
                  <a:extLst>
                    <a:ext uri="{FF2B5EF4-FFF2-40B4-BE49-F238E27FC236}">
                      <a16:creationId xmlns:a16="http://schemas.microsoft.com/office/drawing/2014/main" id="{9A30E2CE-9E1E-DA36-4A54-6C74A72944EE}"/>
                    </a:ext>
                  </a:extLst>
                </p14:cNvPr>
                <p14:cNvContentPartPr/>
                <p14:nvPr/>
              </p14:nvContentPartPr>
              <p14:xfrm>
                <a:off x="8977607" y="1735389"/>
                <a:ext cx="241200" cy="105480"/>
              </p14:xfrm>
            </p:contentPart>
          </mc:Choice>
          <mc:Fallback xmlns="">
            <p:pic>
              <p:nvPicPr>
                <p:cNvPr id="73" name="インク 72">
                  <a:extLst>
                    <a:ext uri="{FF2B5EF4-FFF2-40B4-BE49-F238E27FC236}">
                      <a16:creationId xmlns:a16="http://schemas.microsoft.com/office/drawing/2014/main" id="{9A30E2CE-9E1E-DA36-4A54-6C74A72944E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971487" y="1729269"/>
                  <a:ext cx="2534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4" name="インク 73">
                  <a:extLst>
                    <a:ext uri="{FF2B5EF4-FFF2-40B4-BE49-F238E27FC236}">
                      <a16:creationId xmlns:a16="http://schemas.microsoft.com/office/drawing/2014/main" id="{D86E51BB-22F8-EDAF-6B37-1819140B2513}"/>
                    </a:ext>
                  </a:extLst>
                </p14:cNvPr>
                <p14:cNvContentPartPr/>
                <p14:nvPr/>
              </p14:nvContentPartPr>
              <p14:xfrm>
                <a:off x="8968247" y="1966869"/>
                <a:ext cx="193320" cy="57240"/>
              </p14:xfrm>
            </p:contentPart>
          </mc:Choice>
          <mc:Fallback xmlns="">
            <p:pic>
              <p:nvPicPr>
                <p:cNvPr id="74" name="インク 73">
                  <a:extLst>
                    <a:ext uri="{FF2B5EF4-FFF2-40B4-BE49-F238E27FC236}">
                      <a16:creationId xmlns:a16="http://schemas.microsoft.com/office/drawing/2014/main" id="{D86E51BB-22F8-EDAF-6B37-1819140B251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962127" y="1960749"/>
                  <a:ext cx="2055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78" name="インク 77">
                  <a:extLst>
                    <a:ext uri="{FF2B5EF4-FFF2-40B4-BE49-F238E27FC236}">
                      <a16:creationId xmlns:a16="http://schemas.microsoft.com/office/drawing/2014/main" id="{A20237A3-7F3E-CFB3-1B46-65FC99EC8A3B}"/>
                    </a:ext>
                  </a:extLst>
                </p14:cNvPr>
                <p14:cNvContentPartPr/>
                <p14:nvPr/>
              </p14:nvContentPartPr>
              <p14:xfrm>
                <a:off x="9319247" y="1717029"/>
                <a:ext cx="205560" cy="85320"/>
              </p14:xfrm>
            </p:contentPart>
          </mc:Choice>
          <mc:Fallback xmlns="">
            <p:pic>
              <p:nvPicPr>
                <p:cNvPr id="78" name="インク 77">
                  <a:extLst>
                    <a:ext uri="{FF2B5EF4-FFF2-40B4-BE49-F238E27FC236}">
                      <a16:creationId xmlns:a16="http://schemas.microsoft.com/office/drawing/2014/main" id="{A20237A3-7F3E-CFB3-1B46-65FC99EC8A3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313127" y="1710909"/>
                  <a:ext cx="2178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79" name="インク 78">
                  <a:extLst>
                    <a:ext uri="{FF2B5EF4-FFF2-40B4-BE49-F238E27FC236}">
                      <a16:creationId xmlns:a16="http://schemas.microsoft.com/office/drawing/2014/main" id="{6A25CFA5-B5EC-C1AE-6B46-F62B0ACE34FD}"/>
                    </a:ext>
                  </a:extLst>
                </p14:cNvPr>
                <p14:cNvContentPartPr/>
                <p14:nvPr/>
              </p14:nvContentPartPr>
              <p14:xfrm>
                <a:off x="9356327" y="1985589"/>
                <a:ext cx="224640" cy="75240"/>
              </p14:xfrm>
            </p:contentPart>
          </mc:Choice>
          <mc:Fallback xmlns="">
            <p:pic>
              <p:nvPicPr>
                <p:cNvPr id="79" name="インク 78">
                  <a:extLst>
                    <a:ext uri="{FF2B5EF4-FFF2-40B4-BE49-F238E27FC236}">
                      <a16:creationId xmlns:a16="http://schemas.microsoft.com/office/drawing/2014/main" id="{6A25CFA5-B5EC-C1AE-6B46-F62B0ACE34F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350207" y="1979469"/>
                  <a:ext cx="236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80" name="インク 79">
                  <a:extLst>
                    <a:ext uri="{FF2B5EF4-FFF2-40B4-BE49-F238E27FC236}">
                      <a16:creationId xmlns:a16="http://schemas.microsoft.com/office/drawing/2014/main" id="{B5D8E92F-1715-4E00-A2D9-0633D18981A8}"/>
                    </a:ext>
                  </a:extLst>
                </p14:cNvPr>
                <p14:cNvContentPartPr/>
                <p14:nvPr/>
              </p14:nvContentPartPr>
              <p14:xfrm>
                <a:off x="9725327" y="1782189"/>
                <a:ext cx="10080" cy="248760"/>
              </p14:xfrm>
            </p:contentPart>
          </mc:Choice>
          <mc:Fallback xmlns="">
            <p:pic>
              <p:nvPicPr>
                <p:cNvPr id="80" name="インク 79">
                  <a:extLst>
                    <a:ext uri="{FF2B5EF4-FFF2-40B4-BE49-F238E27FC236}">
                      <a16:creationId xmlns:a16="http://schemas.microsoft.com/office/drawing/2014/main" id="{B5D8E92F-1715-4E00-A2D9-0633D18981A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719207" y="1776069"/>
                  <a:ext cx="223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81" name="インク 80">
                  <a:extLst>
                    <a:ext uri="{FF2B5EF4-FFF2-40B4-BE49-F238E27FC236}">
                      <a16:creationId xmlns:a16="http://schemas.microsoft.com/office/drawing/2014/main" id="{41B6CF20-DE88-EFCC-350F-4540A6E54B2E}"/>
                    </a:ext>
                  </a:extLst>
                </p14:cNvPr>
                <p14:cNvContentPartPr/>
                <p14:nvPr/>
              </p14:nvContentPartPr>
              <p14:xfrm>
                <a:off x="9762407" y="1744749"/>
                <a:ext cx="105480" cy="305280"/>
              </p14:xfrm>
            </p:contentPart>
          </mc:Choice>
          <mc:Fallback xmlns="">
            <p:pic>
              <p:nvPicPr>
                <p:cNvPr id="81" name="インク 80">
                  <a:extLst>
                    <a:ext uri="{FF2B5EF4-FFF2-40B4-BE49-F238E27FC236}">
                      <a16:creationId xmlns:a16="http://schemas.microsoft.com/office/drawing/2014/main" id="{41B6CF20-DE88-EFCC-350F-4540A6E54B2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756287" y="1738629"/>
                  <a:ext cx="1177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3" name="インク 82">
                  <a:extLst>
                    <a:ext uri="{FF2B5EF4-FFF2-40B4-BE49-F238E27FC236}">
                      <a16:creationId xmlns:a16="http://schemas.microsoft.com/office/drawing/2014/main" id="{30CE4A76-F406-AE30-D2D8-53BB8AB1BA79}"/>
                    </a:ext>
                  </a:extLst>
                </p14:cNvPr>
                <p14:cNvContentPartPr/>
                <p14:nvPr/>
              </p14:nvContentPartPr>
              <p14:xfrm>
                <a:off x="9753407" y="1892709"/>
                <a:ext cx="72720" cy="19440"/>
              </p14:xfrm>
            </p:contentPart>
          </mc:Choice>
          <mc:Fallback xmlns="">
            <p:pic>
              <p:nvPicPr>
                <p:cNvPr id="83" name="インク 82">
                  <a:extLst>
                    <a:ext uri="{FF2B5EF4-FFF2-40B4-BE49-F238E27FC236}">
                      <a16:creationId xmlns:a16="http://schemas.microsoft.com/office/drawing/2014/main" id="{30CE4A76-F406-AE30-D2D8-53BB8AB1BA7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747287" y="1886589"/>
                  <a:ext cx="849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85" name="インク 84">
                  <a:extLst>
                    <a:ext uri="{FF2B5EF4-FFF2-40B4-BE49-F238E27FC236}">
                      <a16:creationId xmlns:a16="http://schemas.microsoft.com/office/drawing/2014/main" id="{450FC496-08C5-AFE9-875C-3730982CA80C}"/>
                    </a:ext>
                  </a:extLst>
                </p14:cNvPr>
                <p14:cNvContentPartPr/>
                <p14:nvPr/>
              </p14:nvContentPartPr>
              <p14:xfrm>
                <a:off x="9772127" y="2016909"/>
                <a:ext cx="64440" cy="5760"/>
              </p14:xfrm>
            </p:contentPart>
          </mc:Choice>
          <mc:Fallback xmlns="">
            <p:pic>
              <p:nvPicPr>
                <p:cNvPr id="85" name="インク 84">
                  <a:extLst>
                    <a:ext uri="{FF2B5EF4-FFF2-40B4-BE49-F238E27FC236}">
                      <a16:creationId xmlns:a16="http://schemas.microsoft.com/office/drawing/2014/main" id="{450FC496-08C5-AFE9-875C-3730982CA80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766007" y="2010789"/>
                  <a:ext cx="76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86" name="インク 85">
                  <a:extLst>
                    <a:ext uri="{FF2B5EF4-FFF2-40B4-BE49-F238E27FC236}">
                      <a16:creationId xmlns:a16="http://schemas.microsoft.com/office/drawing/2014/main" id="{96D5EFE9-A866-181D-6A5E-9904641F65E2}"/>
                    </a:ext>
                  </a:extLst>
                </p14:cNvPr>
                <p14:cNvContentPartPr/>
                <p14:nvPr/>
              </p14:nvContentPartPr>
              <p14:xfrm>
                <a:off x="9882647" y="1711989"/>
                <a:ext cx="142920" cy="15480"/>
              </p14:xfrm>
            </p:contentPart>
          </mc:Choice>
          <mc:Fallback xmlns="">
            <p:pic>
              <p:nvPicPr>
                <p:cNvPr id="86" name="インク 85">
                  <a:extLst>
                    <a:ext uri="{FF2B5EF4-FFF2-40B4-BE49-F238E27FC236}">
                      <a16:creationId xmlns:a16="http://schemas.microsoft.com/office/drawing/2014/main" id="{96D5EFE9-A866-181D-6A5E-9904641F65E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76527" y="1705869"/>
                  <a:ext cx="155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7" name="インク 86">
                  <a:extLst>
                    <a:ext uri="{FF2B5EF4-FFF2-40B4-BE49-F238E27FC236}">
                      <a16:creationId xmlns:a16="http://schemas.microsoft.com/office/drawing/2014/main" id="{4919F613-D5DA-1EFB-E948-17D82ACDD121}"/>
                    </a:ext>
                  </a:extLst>
                </p14:cNvPr>
                <p14:cNvContentPartPr/>
                <p14:nvPr/>
              </p14:nvContentPartPr>
              <p14:xfrm>
                <a:off x="9975167" y="1690029"/>
                <a:ext cx="360" cy="146520"/>
              </p14:xfrm>
            </p:contentPart>
          </mc:Choice>
          <mc:Fallback xmlns="">
            <p:pic>
              <p:nvPicPr>
                <p:cNvPr id="87" name="インク 86">
                  <a:extLst>
                    <a:ext uri="{FF2B5EF4-FFF2-40B4-BE49-F238E27FC236}">
                      <a16:creationId xmlns:a16="http://schemas.microsoft.com/office/drawing/2014/main" id="{4919F613-D5DA-1EFB-E948-17D82ACDD12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969047" y="1683909"/>
                  <a:ext cx="126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88" name="インク 87">
                  <a:extLst>
                    <a:ext uri="{FF2B5EF4-FFF2-40B4-BE49-F238E27FC236}">
                      <a16:creationId xmlns:a16="http://schemas.microsoft.com/office/drawing/2014/main" id="{5855AF77-1B30-A881-419D-E8B56E947C7B}"/>
                    </a:ext>
                  </a:extLst>
                </p14:cNvPr>
                <p14:cNvContentPartPr/>
                <p14:nvPr/>
              </p14:nvContentPartPr>
              <p14:xfrm>
                <a:off x="9928727" y="1856349"/>
                <a:ext cx="82080" cy="360"/>
              </p14:xfrm>
            </p:contentPart>
          </mc:Choice>
          <mc:Fallback xmlns="">
            <p:pic>
              <p:nvPicPr>
                <p:cNvPr id="88" name="インク 87">
                  <a:extLst>
                    <a:ext uri="{FF2B5EF4-FFF2-40B4-BE49-F238E27FC236}">
                      <a16:creationId xmlns:a16="http://schemas.microsoft.com/office/drawing/2014/main" id="{5855AF77-1B30-A881-419D-E8B56E947C7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922607" y="1850229"/>
                  <a:ext cx="943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89" name="インク 88">
                  <a:extLst>
                    <a:ext uri="{FF2B5EF4-FFF2-40B4-BE49-F238E27FC236}">
                      <a16:creationId xmlns:a16="http://schemas.microsoft.com/office/drawing/2014/main" id="{6BBAD27D-0BEC-6C21-18A0-4C8E24007B75}"/>
                    </a:ext>
                  </a:extLst>
                </p14:cNvPr>
                <p14:cNvContentPartPr/>
                <p14:nvPr/>
              </p14:nvContentPartPr>
              <p14:xfrm>
                <a:off x="9938087" y="1902429"/>
                <a:ext cx="90720" cy="360"/>
              </p14:xfrm>
            </p:contentPart>
          </mc:Choice>
          <mc:Fallback xmlns="">
            <p:pic>
              <p:nvPicPr>
                <p:cNvPr id="89" name="インク 88">
                  <a:extLst>
                    <a:ext uri="{FF2B5EF4-FFF2-40B4-BE49-F238E27FC236}">
                      <a16:creationId xmlns:a16="http://schemas.microsoft.com/office/drawing/2014/main" id="{6BBAD27D-0BEC-6C21-18A0-4C8E24007B7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931967" y="1896309"/>
                  <a:ext cx="102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90" name="インク 89">
                  <a:extLst>
                    <a:ext uri="{FF2B5EF4-FFF2-40B4-BE49-F238E27FC236}">
                      <a16:creationId xmlns:a16="http://schemas.microsoft.com/office/drawing/2014/main" id="{D0AFD938-1657-C0FF-7A7B-6B1B8768488B}"/>
                    </a:ext>
                  </a:extLst>
                </p14:cNvPr>
                <p14:cNvContentPartPr/>
                <p14:nvPr/>
              </p14:nvContentPartPr>
              <p14:xfrm>
                <a:off x="10000727" y="1884069"/>
                <a:ext cx="39600" cy="187920"/>
              </p14:xfrm>
            </p:contentPart>
          </mc:Choice>
          <mc:Fallback xmlns="">
            <p:pic>
              <p:nvPicPr>
                <p:cNvPr id="90" name="インク 89">
                  <a:extLst>
                    <a:ext uri="{FF2B5EF4-FFF2-40B4-BE49-F238E27FC236}">
                      <a16:creationId xmlns:a16="http://schemas.microsoft.com/office/drawing/2014/main" id="{D0AFD938-1657-C0FF-7A7B-6B1B8768488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994607" y="1877949"/>
                  <a:ext cx="51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91" name="インク 90">
                  <a:extLst>
                    <a:ext uri="{FF2B5EF4-FFF2-40B4-BE49-F238E27FC236}">
                      <a16:creationId xmlns:a16="http://schemas.microsoft.com/office/drawing/2014/main" id="{92A82DA4-22B7-F13A-3DB7-CAC7F2C3440F}"/>
                    </a:ext>
                  </a:extLst>
                </p14:cNvPr>
                <p14:cNvContentPartPr/>
                <p14:nvPr/>
              </p14:nvContentPartPr>
              <p14:xfrm>
                <a:off x="9938087" y="1957869"/>
                <a:ext cx="25560" cy="51840"/>
              </p14:xfrm>
            </p:contentPart>
          </mc:Choice>
          <mc:Fallback xmlns="">
            <p:pic>
              <p:nvPicPr>
                <p:cNvPr id="91" name="インク 90">
                  <a:extLst>
                    <a:ext uri="{FF2B5EF4-FFF2-40B4-BE49-F238E27FC236}">
                      <a16:creationId xmlns:a16="http://schemas.microsoft.com/office/drawing/2014/main" id="{92A82DA4-22B7-F13A-3DB7-CAC7F2C3440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931967" y="1951749"/>
                  <a:ext cx="378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92" name="インク 91">
                  <a:extLst>
                    <a:ext uri="{FF2B5EF4-FFF2-40B4-BE49-F238E27FC236}">
                      <a16:creationId xmlns:a16="http://schemas.microsoft.com/office/drawing/2014/main" id="{F77D0790-64C4-A3AF-77A6-BAC89A937946}"/>
                    </a:ext>
                  </a:extLst>
                </p14:cNvPr>
                <p14:cNvContentPartPr/>
                <p14:nvPr/>
              </p14:nvContentPartPr>
              <p14:xfrm>
                <a:off x="10149047" y="1717749"/>
                <a:ext cx="38520" cy="592200"/>
              </p14:xfrm>
            </p:contentPart>
          </mc:Choice>
          <mc:Fallback xmlns="">
            <p:pic>
              <p:nvPicPr>
                <p:cNvPr id="92" name="インク 91">
                  <a:extLst>
                    <a:ext uri="{FF2B5EF4-FFF2-40B4-BE49-F238E27FC236}">
                      <a16:creationId xmlns:a16="http://schemas.microsoft.com/office/drawing/2014/main" id="{F77D0790-64C4-A3AF-77A6-BAC89A93794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142927" y="1711629"/>
                  <a:ext cx="5076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4" name="インク 93">
                  <a:extLst>
                    <a:ext uri="{FF2B5EF4-FFF2-40B4-BE49-F238E27FC236}">
                      <a16:creationId xmlns:a16="http://schemas.microsoft.com/office/drawing/2014/main" id="{50BD07DF-906D-69D1-3B74-69B0664B5001}"/>
                    </a:ext>
                  </a:extLst>
                </p14:cNvPr>
                <p14:cNvContentPartPr/>
                <p14:nvPr/>
              </p14:nvContentPartPr>
              <p14:xfrm>
                <a:off x="10215287" y="1660869"/>
                <a:ext cx="159840" cy="168480"/>
              </p14:xfrm>
            </p:contentPart>
          </mc:Choice>
          <mc:Fallback xmlns="">
            <p:pic>
              <p:nvPicPr>
                <p:cNvPr id="94" name="インク 93">
                  <a:extLst>
                    <a:ext uri="{FF2B5EF4-FFF2-40B4-BE49-F238E27FC236}">
                      <a16:creationId xmlns:a16="http://schemas.microsoft.com/office/drawing/2014/main" id="{50BD07DF-906D-69D1-3B74-69B0664B500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209167" y="1654749"/>
                  <a:ext cx="1720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5" name="インク 94">
                  <a:extLst>
                    <a:ext uri="{FF2B5EF4-FFF2-40B4-BE49-F238E27FC236}">
                      <a16:creationId xmlns:a16="http://schemas.microsoft.com/office/drawing/2014/main" id="{8EA1A7C6-EF49-6603-3AB1-5AFA8C37D0CE}"/>
                    </a:ext>
                  </a:extLst>
                </p14:cNvPr>
                <p14:cNvContentPartPr/>
                <p14:nvPr/>
              </p14:nvContentPartPr>
              <p14:xfrm>
                <a:off x="10215287" y="1772469"/>
                <a:ext cx="100800" cy="56880"/>
              </p14:xfrm>
            </p:contentPart>
          </mc:Choice>
          <mc:Fallback xmlns="">
            <p:pic>
              <p:nvPicPr>
                <p:cNvPr id="95" name="インク 94">
                  <a:extLst>
                    <a:ext uri="{FF2B5EF4-FFF2-40B4-BE49-F238E27FC236}">
                      <a16:creationId xmlns:a16="http://schemas.microsoft.com/office/drawing/2014/main" id="{8EA1A7C6-EF49-6603-3AB1-5AFA8C37D0C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209167" y="1766349"/>
                  <a:ext cx="1130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6" name="インク 95">
                  <a:extLst>
                    <a:ext uri="{FF2B5EF4-FFF2-40B4-BE49-F238E27FC236}">
                      <a16:creationId xmlns:a16="http://schemas.microsoft.com/office/drawing/2014/main" id="{C59347E2-F48A-A3D6-A1DD-028920E0D51C}"/>
                    </a:ext>
                  </a:extLst>
                </p14:cNvPr>
                <p14:cNvContentPartPr/>
                <p14:nvPr/>
              </p14:nvContentPartPr>
              <p14:xfrm>
                <a:off x="10234007" y="1834389"/>
                <a:ext cx="134640" cy="41040"/>
              </p14:xfrm>
            </p:contentPart>
          </mc:Choice>
          <mc:Fallback xmlns="">
            <p:pic>
              <p:nvPicPr>
                <p:cNvPr id="96" name="インク 95">
                  <a:extLst>
                    <a:ext uri="{FF2B5EF4-FFF2-40B4-BE49-F238E27FC236}">
                      <a16:creationId xmlns:a16="http://schemas.microsoft.com/office/drawing/2014/main" id="{C59347E2-F48A-A3D6-A1DD-028920E0D51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227887" y="1828269"/>
                  <a:ext cx="146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7" name="インク 96">
                  <a:extLst>
                    <a:ext uri="{FF2B5EF4-FFF2-40B4-BE49-F238E27FC236}">
                      <a16:creationId xmlns:a16="http://schemas.microsoft.com/office/drawing/2014/main" id="{5A064572-2F89-460C-01FE-26A31F110A20}"/>
                    </a:ext>
                  </a:extLst>
                </p14:cNvPr>
                <p14:cNvContentPartPr/>
                <p14:nvPr/>
              </p14:nvContentPartPr>
              <p14:xfrm>
                <a:off x="10427687" y="1627389"/>
                <a:ext cx="176040" cy="613080"/>
              </p14:xfrm>
            </p:contentPart>
          </mc:Choice>
          <mc:Fallback xmlns="">
            <p:pic>
              <p:nvPicPr>
                <p:cNvPr id="97" name="インク 96">
                  <a:extLst>
                    <a:ext uri="{FF2B5EF4-FFF2-40B4-BE49-F238E27FC236}">
                      <a16:creationId xmlns:a16="http://schemas.microsoft.com/office/drawing/2014/main" id="{5A064572-2F89-460C-01FE-26A31F110A2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421567" y="1621269"/>
                  <a:ext cx="18828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9" name="インク 98">
                  <a:extLst>
                    <a:ext uri="{FF2B5EF4-FFF2-40B4-BE49-F238E27FC236}">
                      <a16:creationId xmlns:a16="http://schemas.microsoft.com/office/drawing/2014/main" id="{D5E0ECBF-12D6-1C17-B6D9-5EC4649CE3E6}"/>
                    </a:ext>
                  </a:extLst>
                </p14:cNvPr>
                <p14:cNvContentPartPr/>
                <p14:nvPr/>
              </p14:nvContentPartPr>
              <p14:xfrm>
                <a:off x="10409687" y="1662309"/>
                <a:ext cx="18360" cy="193680"/>
              </p14:xfrm>
            </p:contentPart>
          </mc:Choice>
          <mc:Fallback xmlns="">
            <p:pic>
              <p:nvPicPr>
                <p:cNvPr id="99" name="インク 98">
                  <a:extLst>
                    <a:ext uri="{FF2B5EF4-FFF2-40B4-BE49-F238E27FC236}">
                      <a16:creationId xmlns:a16="http://schemas.microsoft.com/office/drawing/2014/main" id="{D5E0ECBF-12D6-1C17-B6D9-5EC4649CE3E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403567" y="1656189"/>
                  <a:ext cx="306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0" name="インク 99">
                  <a:extLst>
                    <a:ext uri="{FF2B5EF4-FFF2-40B4-BE49-F238E27FC236}">
                      <a16:creationId xmlns:a16="http://schemas.microsoft.com/office/drawing/2014/main" id="{BD58BFA8-23B7-BF68-7DE3-D2B97C4976B8}"/>
                    </a:ext>
                  </a:extLst>
                </p14:cNvPr>
                <p14:cNvContentPartPr/>
                <p14:nvPr/>
              </p14:nvContentPartPr>
              <p14:xfrm>
                <a:off x="10427687" y="1763109"/>
                <a:ext cx="129240" cy="29160"/>
              </p14:xfrm>
            </p:contentPart>
          </mc:Choice>
          <mc:Fallback xmlns="">
            <p:pic>
              <p:nvPicPr>
                <p:cNvPr id="100" name="インク 99">
                  <a:extLst>
                    <a:ext uri="{FF2B5EF4-FFF2-40B4-BE49-F238E27FC236}">
                      <a16:creationId xmlns:a16="http://schemas.microsoft.com/office/drawing/2014/main" id="{BD58BFA8-23B7-BF68-7DE3-D2B97C4976B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421567" y="1756989"/>
                  <a:ext cx="1414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1" name="インク 100">
                  <a:extLst>
                    <a:ext uri="{FF2B5EF4-FFF2-40B4-BE49-F238E27FC236}">
                      <a16:creationId xmlns:a16="http://schemas.microsoft.com/office/drawing/2014/main" id="{8B098ADB-B807-DA55-771A-4B3F6CD1B5AE}"/>
                    </a:ext>
                  </a:extLst>
                </p14:cNvPr>
                <p14:cNvContentPartPr/>
                <p14:nvPr/>
              </p14:nvContentPartPr>
              <p14:xfrm>
                <a:off x="10446047" y="1837989"/>
                <a:ext cx="82440" cy="9720"/>
              </p14:xfrm>
            </p:contentPart>
          </mc:Choice>
          <mc:Fallback xmlns="">
            <p:pic>
              <p:nvPicPr>
                <p:cNvPr id="101" name="インク 100">
                  <a:extLst>
                    <a:ext uri="{FF2B5EF4-FFF2-40B4-BE49-F238E27FC236}">
                      <a16:creationId xmlns:a16="http://schemas.microsoft.com/office/drawing/2014/main" id="{8B098ADB-B807-DA55-771A-4B3F6CD1B5A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439927" y="1831869"/>
                  <a:ext cx="94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2" name="インク 101">
                  <a:extLst>
                    <a:ext uri="{FF2B5EF4-FFF2-40B4-BE49-F238E27FC236}">
                      <a16:creationId xmlns:a16="http://schemas.microsoft.com/office/drawing/2014/main" id="{DE779BCB-1ED1-E532-8AA2-FAA7ED2F8BBD}"/>
                    </a:ext>
                  </a:extLst>
                </p14:cNvPr>
                <p14:cNvContentPartPr/>
                <p14:nvPr/>
              </p14:nvContentPartPr>
              <p14:xfrm>
                <a:off x="10224287" y="1957869"/>
                <a:ext cx="46440" cy="135720"/>
              </p14:xfrm>
            </p:contentPart>
          </mc:Choice>
          <mc:Fallback xmlns="">
            <p:pic>
              <p:nvPicPr>
                <p:cNvPr id="102" name="インク 101">
                  <a:extLst>
                    <a:ext uri="{FF2B5EF4-FFF2-40B4-BE49-F238E27FC236}">
                      <a16:creationId xmlns:a16="http://schemas.microsoft.com/office/drawing/2014/main" id="{DE779BCB-1ED1-E532-8AA2-FAA7ED2F8BB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218167" y="1951749"/>
                  <a:ext cx="586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4" name="インク 103">
                  <a:extLst>
                    <a:ext uri="{FF2B5EF4-FFF2-40B4-BE49-F238E27FC236}">
                      <a16:creationId xmlns:a16="http://schemas.microsoft.com/office/drawing/2014/main" id="{5282DF09-F654-EDCE-3BC8-B040DA010157}"/>
                    </a:ext>
                  </a:extLst>
                </p14:cNvPr>
                <p14:cNvContentPartPr/>
                <p14:nvPr/>
              </p14:nvContentPartPr>
              <p14:xfrm>
                <a:off x="10298447" y="1907109"/>
                <a:ext cx="147960" cy="124920"/>
              </p14:xfrm>
            </p:contentPart>
          </mc:Choice>
          <mc:Fallback xmlns="">
            <p:pic>
              <p:nvPicPr>
                <p:cNvPr id="104" name="インク 103">
                  <a:extLst>
                    <a:ext uri="{FF2B5EF4-FFF2-40B4-BE49-F238E27FC236}">
                      <a16:creationId xmlns:a16="http://schemas.microsoft.com/office/drawing/2014/main" id="{5282DF09-F654-EDCE-3BC8-B040DA01015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292327" y="1900989"/>
                  <a:ext cx="1602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5" name="インク 104">
                  <a:extLst>
                    <a:ext uri="{FF2B5EF4-FFF2-40B4-BE49-F238E27FC236}">
                      <a16:creationId xmlns:a16="http://schemas.microsoft.com/office/drawing/2014/main" id="{10A2D818-6E15-E7C9-E759-FFD75A73A248}"/>
                    </a:ext>
                  </a:extLst>
                </p14:cNvPr>
                <p14:cNvContentPartPr/>
                <p14:nvPr/>
              </p14:nvContentPartPr>
              <p14:xfrm>
                <a:off x="10362887" y="2003949"/>
                <a:ext cx="25200" cy="360"/>
              </p14:xfrm>
            </p:contentPart>
          </mc:Choice>
          <mc:Fallback xmlns="">
            <p:pic>
              <p:nvPicPr>
                <p:cNvPr id="105" name="インク 104">
                  <a:extLst>
                    <a:ext uri="{FF2B5EF4-FFF2-40B4-BE49-F238E27FC236}">
                      <a16:creationId xmlns:a16="http://schemas.microsoft.com/office/drawing/2014/main" id="{10A2D818-6E15-E7C9-E759-FFD75A73A24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356767" y="1997829"/>
                  <a:ext cx="37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6" name="インク 105">
                  <a:extLst>
                    <a:ext uri="{FF2B5EF4-FFF2-40B4-BE49-F238E27FC236}">
                      <a16:creationId xmlns:a16="http://schemas.microsoft.com/office/drawing/2014/main" id="{1F732BF1-20EA-3EA1-EDB8-AE0919FCFD3C}"/>
                    </a:ext>
                  </a:extLst>
                </p14:cNvPr>
                <p14:cNvContentPartPr/>
                <p14:nvPr/>
              </p14:nvContentPartPr>
              <p14:xfrm>
                <a:off x="10316807" y="2064069"/>
                <a:ext cx="77040" cy="97560"/>
              </p14:xfrm>
            </p:contentPart>
          </mc:Choice>
          <mc:Fallback xmlns="">
            <p:pic>
              <p:nvPicPr>
                <p:cNvPr id="106" name="インク 105">
                  <a:extLst>
                    <a:ext uri="{FF2B5EF4-FFF2-40B4-BE49-F238E27FC236}">
                      <a16:creationId xmlns:a16="http://schemas.microsoft.com/office/drawing/2014/main" id="{1F732BF1-20EA-3EA1-EDB8-AE0919FCFD3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310687" y="2057949"/>
                  <a:ext cx="89280" cy="10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34666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D268CE-C2DF-7869-14E8-87E8BC8EC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7273" y="2752436"/>
            <a:ext cx="2687782" cy="868435"/>
          </a:xfrm>
        </p:spPr>
        <p:txBody>
          <a:bodyPr>
            <a:noAutofit/>
          </a:bodyPr>
          <a:lstStyle/>
          <a:p>
            <a:r>
              <a:rPr kumimoji="1" lang="ja-JP" altLang="en-US" sz="8800" dirty="0"/>
              <a:t>↓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8A07A19-A3DD-8397-B6E7-F9B56720D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9164" y="1597891"/>
            <a:ext cx="9144000" cy="729819"/>
          </a:xfrm>
        </p:spPr>
        <p:txBody>
          <a:bodyPr>
            <a:normAutofit/>
          </a:bodyPr>
          <a:lstStyle/>
          <a:p>
            <a:r>
              <a:rPr kumimoji="1" lang="ja-JP" altLang="en-US" sz="4000" dirty="0"/>
              <a:t>仮マップの全体図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D320077-803D-462E-ED53-787E27180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18" y="3620871"/>
            <a:ext cx="11480799" cy="30016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インク 12">
                <a:extLst>
                  <a:ext uri="{FF2B5EF4-FFF2-40B4-BE49-F238E27FC236}">
                    <a16:creationId xmlns:a16="http://schemas.microsoft.com/office/drawing/2014/main" id="{C75CF9B5-341C-3B66-D367-EA60657B74AD}"/>
                  </a:ext>
                </a:extLst>
              </p14:cNvPr>
              <p14:cNvContentPartPr/>
              <p14:nvPr/>
            </p14:nvContentPartPr>
            <p14:xfrm>
              <a:off x="8136287" y="3663909"/>
              <a:ext cx="3373200" cy="2089080"/>
            </p14:xfrm>
          </p:contentPart>
        </mc:Choice>
        <mc:Fallback xmlns="">
          <p:pic>
            <p:nvPicPr>
              <p:cNvPr id="13" name="インク 12">
                <a:extLst>
                  <a:ext uri="{FF2B5EF4-FFF2-40B4-BE49-F238E27FC236}">
                    <a16:creationId xmlns:a16="http://schemas.microsoft.com/office/drawing/2014/main" id="{C75CF9B5-341C-3B66-D367-EA60657B74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30167" y="3657789"/>
                <a:ext cx="3385440" cy="21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インク 13">
                <a:extLst>
                  <a:ext uri="{FF2B5EF4-FFF2-40B4-BE49-F238E27FC236}">
                    <a16:creationId xmlns:a16="http://schemas.microsoft.com/office/drawing/2014/main" id="{AA149C05-1AA7-36A0-B256-628AAA3FA87D}"/>
                  </a:ext>
                </a:extLst>
              </p14:cNvPr>
              <p14:cNvContentPartPr/>
              <p14:nvPr/>
            </p14:nvContentPartPr>
            <p14:xfrm>
              <a:off x="8950247" y="2761389"/>
              <a:ext cx="277200" cy="745920"/>
            </p14:xfrm>
          </p:contentPart>
        </mc:Choice>
        <mc:Fallback xmlns="">
          <p:pic>
            <p:nvPicPr>
              <p:cNvPr id="14" name="インク 13">
                <a:extLst>
                  <a:ext uri="{FF2B5EF4-FFF2-40B4-BE49-F238E27FC236}">
                    <a16:creationId xmlns:a16="http://schemas.microsoft.com/office/drawing/2014/main" id="{AA149C05-1AA7-36A0-B256-628AAA3FA8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44127" y="2755269"/>
                <a:ext cx="289440" cy="75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インク 16">
                <a:extLst>
                  <a:ext uri="{FF2B5EF4-FFF2-40B4-BE49-F238E27FC236}">
                    <a16:creationId xmlns:a16="http://schemas.microsoft.com/office/drawing/2014/main" id="{1BCEB4A7-257C-50C9-D9A7-709FD6C4E27D}"/>
                  </a:ext>
                </a:extLst>
              </p14:cNvPr>
              <p14:cNvContentPartPr/>
              <p14:nvPr/>
            </p14:nvContentPartPr>
            <p14:xfrm>
              <a:off x="9005327" y="3466989"/>
              <a:ext cx="183600" cy="33480"/>
            </p14:xfrm>
          </p:contentPart>
        </mc:Choice>
        <mc:Fallback xmlns="">
          <p:pic>
            <p:nvPicPr>
              <p:cNvPr id="17" name="インク 16">
                <a:extLst>
                  <a:ext uri="{FF2B5EF4-FFF2-40B4-BE49-F238E27FC236}">
                    <a16:creationId xmlns:a16="http://schemas.microsoft.com/office/drawing/2014/main" id="{1BCEB4A7-257C-50C9-D9A7-709FD6C4E27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99207" y="3460869"/>
                <a:ext cx="1958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3" name="インク 32">
                <a:extLst>
                  <a:ext uri="{FF2B5EF4-FFF2-40B4-BE49-F238E27FC236}">
                    <a16:creationId xmlns:a16="http://schemas.microsoft.com/office/drawing/2014/main" id="{0462DA3B-A571-C930-D494-4B8B2AE89868}"/>
                  </a:ext>
                </a:extLst>
              </p14:cNvPr>
              <p14:cNvContentPartPr/>
              <p14:nvPr/>
            </p14:nvContentPartPr>
            <p14:xfrm>
              <a:off x="3042647" y="3904749"/>
              <a:ext cx="901440" cy="82440"/>
            </p14:xfrm>
          </p:contentPart>
        </mc:Choice>
        <mc:Fallback xmlns="">
          <p:pic>
            <p:nvPicPr>
              <p:cNvPr id="33" name="インク 32">
                <a:extLst>
                  <a:ext uri="{FF2B5EF4-FFF2-40B4-BE49-F238E27FC236}">
                    <a16:creationId xmlns:a16="http://schemas.microsoft.com/office/drawing/2014/main" id="{0462DA3B-A571-C930-D494-4B8B2AE8986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36527" y="3898629"/>
                <a:ext cx="9136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4" name="インク 33">
                <a:extLst>
                  <a:ext uri="{FF2B5EF4-FFF2-40B4-BE49-F238E27FC236}">
                    <a16:creationId xmlns:a16="http://schemas.microsoft.com/office/drawing/2014/main" id="{E5022404-DD94-58A9-5407-D836CE500CC0}"/>
                  </a:ext>
                </a:extLst>
              </p14:cNvPr>
              <p14:cNvContentPartPr/>
              <p14:nvPr/>
            </p14:nvContentPartPr>
            <p14:xfrm>
              <a:off x="498167" y="3786309"/>
              <a:ext cx="7982280" cy="2733840"/>
            </p14:xfrm>
          </p:contentPart>
        </mc:Choice>
        <mc:Fallback xmlns="">
          <p:pic>
            <p:nvPicPr>
              <p:cNvPr id="34" name="インク 33">
                <a:extLst>
                  <a:ext uri="{FF2B5EF4-FFF2-40B4-BE49-F238E27FC236}">
                    <a16:creationId xmlns:a16="http://schemas.microsoft.com/office/drawing/2014/main" id="{E5022404-DD94-58A9-5407-D836CE500CC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2047" y="3780189"/>
                <a:ext cx="7994520" cy="27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9" name="インク 38">
                <a:extLst>
                  <a:ext uri="{FF2B5EF4-FFF2-40B4-BE49-F238E27FC236}">
                    <a16:creationId xmlns:a16="http://schemas.microsoft.com/office/drawing/2014/main" id="{EB223889-5081-C251-132A-D966C4CDC9BD}"/>
                  </a:ext>
                </a:extLst>
              </p14:cNvPr>
              <p14:cNvContentPartPr/>
              <p14:nvPr/>
            </p14:nvContentPartPr>
            <p14:xfrm>
              <a:off x="4507127" y="1773189"/>
              <a:ext cx="1800" cy="360"/>
            </p14:xfrm>
          </p:contentPart>
        </mc:Choice>
        <mc:Fallback xmlns="">
          <p:pic>
            <p:nvPicPr>
              <p:cNvPr id="39" name="インク 38">
                <a:extLst>
                  <a:ext uri="{FF2B5EF4-FFF2-40B4-BE49-F238E27FC236}">
                    <a16:creationId xmlns:a16="http://schemas.microsoft.com/office/drawing/2014/main" id="{EB223889-5081-C251-132A-D966C4CDC9B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501007" y="1767069"/>
                <a:ext cx="1404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9C40EDA5-CDB8-9288-1EFF-A0CCAE67EB0D}"/>
              </a:ext>
            </a:extLst>
          </p:cNvPr>
          <p:cNvGrpSpPr/>
          <p:nvPr/>
        </p:nvGrpSpPr>
        <p:grpSpPr>
          <a:xfrm>
            <a:off x="2475287" y="1763829"/>
            <a:ext cx="515880" cy="1847520"/>
            <a:chOff x="2475287" y="1763829"/>
            <a:chExt cx="515880" cy="184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5" name="インク 44">
                  <a:extLst>
                    <a:ext uri="{FF2B5EF4-FFF2-40B4-BE49-F238E27FC236}">
                      <a16:creationId xmlns:a16="http://schemas.microsoft.com/office/drawing/2014/main" id="{629ED4E3-ECEC-4FFE-5DF6-F31A22E07F42}"/>
                    </a:ext>
                  </a:extLst>
                </p14:cNvPr>
                <p14:cNvContentPartPr/>
                <p14:nvPr/>
              </p14:nvContentPartPr>
              <p14:xfrm>
                <a:off x="2475287" y="1763829"/>
                <a:ext cx="237240" cy="1847520"/>
              </p14:xfrm>
            </p:contentPart>
          </mc:Choice>
          <mc:Fallback xmlns="">
            <p:pic>
              <p:nvPicPr>
                <p:cNvPr id="45" name="インク 44">
                  <a:extLst>
                    <a:ext uri="{FF2B5EF4-FFF2-40B4-BE49-F238E27FC236}">
                      <a16:creationId xmlns:a16="http://schemas.microsoft.com/office/drawing/2014/main" id="{629ED4E3-ECEC-4FFE-5DF6-F31A22E07F4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69167" y="1757709"/>
                  <a:ext cx="249480" cy="18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6" name="インク 45">
                  <a:extLst>
                    <a:ext uri="{FF2B5EF4-FFF2-40B4-BE49-F238E27FC236}">
                      <a16:creationId xmlns:a16="http://schemas.microsoft.com/office/drawing/2014/main" id="{57CC560D-340C-B122-2448-43C66065E0CC}"/>
                    </a:ext>
                  </a:extLst>
                </p14:cNvPr>
                <p14:cNvContentPartPr/>
                <p14:nvPr/>
              </p14:nvContentPartPr>
              <p14:xfrm>
                <a:off x="2733767" y="2997189"/>
                <a:ext cx="257400" cy="568440"/>
              </p14:xfrm>
            </p:contentPart>
          </mc:Choice>
          <mc:Fallback xmlns="">
            <p:pic>
              <p:nvPicPr>
                <p:cNvPr id="46" name="インク 45">
                  <a:extLst>
                    <a:ext uri="{FF2B5EF4-FFF2-40B4-BE49-F238E27FC236}">
                      <a16:creationId xmlns:a16="http://schemas.microsoft.com/office/drawing/2014/main" id="{57CC560D-340C-B122-2448-43C66065E0C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27647" y="2991069"/>
                  <a:ext cx="269640" cy="58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9" name="インク 178">
                <a:extLst>
                  <a:ext uri="{FF2B5EF4-FFF2-40B4-BE49-F238E27FC236}">
                    <a16:creationId xmlns:a16="http://schemas.microsoft.com/office/drawing/2014/main" id="{4244F925-0689-D040-5E78-E373B492F541}"/>
                  </a:ext>
                </a:extLst>
              </p14:cNvPr>
              <p14:cNvContentPartPr/>
              <p14:nvPr/>
            </p14:nvContentPartPr>
            <p14:xfrm>
              <a:off x="1024847" y="304029"/>
              <a:ext cx="5119920" cy="1515960"/>
            </p14:xfrm>
          </p:contentPart>
        </mc:Choice>
        <mc:Fallback xmlns="">
          <p:pic>
            <p:nvPicPr>
              <p:cNvPr id="179" name="インク 178">
                <a:extLst>
                  <a:ext uri="{FF2B5EF4-FFF2-40B4-BE49-F238E27FC236}">
                    <a16:creationId xmlns:a16="http://schemas.microsoft.com/office/drawing/2014/main" id="{4244F925-0689-D040-5E78-E373B492F54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18727" y="297909"/>
                <a:ext cx="5132160" cy="152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グループ化 213">
            <a:extLst>
              <a:ext uri="{FF2B5EF4-FFF2-40B4-BE49-F238E27FC236}">
                <a16:creationId xmlns:a16="http://schemas.microsoft.com/office/drawing/2014/main" id="{48BB6F55-0463-D63F-62D1-E22DC1EF649B}"/>
              </a:ext>
            </a:extLst>
          </p:cNvPr>
          <p:cNvGrpSpPr/>
          <p:nvPr/>
        </p:nvGrpSpPr>
        <p:grpSpPr>
          <a:xfrm>
            <a:off x="8477567" y="1688949"/>
            <a:ext cx="3226320" cy="1239480"/>
            <a:chOff x="8477567" y="1688949"/>
            <a:chExt cx="3226320" cy="12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インク 17">
                  <a:extLst>
                    <a:ext uri="{FF2B5EF4-FFF2-40B4-BE49-F238E27FC236}">
                      <a16:creationId xmlns:a16="http://schemas.microsoft.com/office/drawing/2014/main" id="{DCBBE08C-DF8F-67CA-A7AD-4D59B28F39C3}"/>
                    </a:ext>
                  </a:extLst>
                </p14:cNvPr>
                <p14:cNvContentPartPr/>
                <p14:nvPr/>
              </p14:nvContentPartPr>
              <p14:xfrm>
                <a:off x="8663687" y="2206989"/>
                <a:ext cx="177840" cy="44640"/>
              </p14:xfrm>
            </p:contentPart>
          </mc:Choice>
          <mc:Fallback xmlns="">
            <p:pic>
              <p:nvPicPr>
                <p:cNvPr id="18" name="インク 17">
                  <a:extLst>
                    <a:ext uri="{FF2B5EF4-FFF2-40B4-BE49-F238E27FC236}">
                      <a16:creationId xmlns:a16="http://schemas.microsoft.com/office/drawing/2014/main" id="{DCBBE08C-DF8F-67CA-A7AD-4D59B28F39C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657567" y="2200869"/>
                  <a:ext cx="1900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インク 18">
                  <a:extLst>
                    <a:ext uri="{FF2B5EF4-FFF2-40B4-BE49-F238E27FC236}">
                      <a16:creationId xmlns:a16="http://schemas.microsoft.com/office/drawing/2014/main" id="{64BF0A42-4140-FA86-6B6B-3A8AB2C5D2DF}"/>
                    </a:ext>
                  </a:extLst>
                </p14:cNvPr>
                <p14:cNvContentPartPr/>
                <p14:nvPr/>
              </p14:nvContentPartPr>
              <p14:xfrm>
                <a:off x="8691047" y="2382669"/>
                <a:ext cx="91800" cy="56160"/>
              </p14:xfrm>
            </p:contentPart>
          </mc:Choice>
          <mc:Fallback xmlns="">
            <p:pic>
              <p:nvPicPr>
                <p:cNvPr id="19" name="インク 18">
                  <a:extLst>
                    <a:ext uri="{FF2B5EF4-FFF2-40B4-BE49-F238E27FC236}">
                      <a16:creationId xmlns:a16="http://schemas.microsoft.com/office/drawing/2014/main" id="{64BF0A42-4140-FA86-6B6B-3A8AB2C5D2D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684927" y="2376549"/>
                  <a:ext cx="1040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インク 19">
                  <a:extLst>
                    <a:ext uri="{FF2B5EF4-FFF2-40B4-BE49-F238E27FC236}">
                      <a16:creationId xmlns:a16="http://schemas.microsoft.com/office/drawing/2014/main" id="{A89AE661-5502-FBA3-DD51-9C317F854E83}"/>
                    </a:ext>
                  </a:extLst>
                </p14:cNvPr>
                <p14:cNvContentPartPr/>
                <p14:nvPr/>
              </p14:nvContentPartPr>
              <p14:xfrm>
                <a:off x="8995967" y="2216709"/>
                <a:ext cx="289440" cy="56160"/>
              </p14:xfrm>
            </p:contentPart>
          </mc:Choice>
          <mc:Fallback xmlns="">
            <p:pic>
              <p:nvPicPr>
                <p:cNvPr id="20" name="インク 19">
                  <a:extLst>
                    <a:ext uri="{FF2B5EF4-FFF2-40B4-BE49-F238E27FC236}">
                      <a16:creationId xmlns:a16="http://schemas.microsoft.com/office/drawing/2014/main" id="{A89AE661-5502-FBA3-DD51-9C317F854E8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989847" y="2210589"/>
                  <a:ext cx="3016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インク 20">
                  <a:extLst>
                    <a:ext uri="{FF2B5EF4-FFF2-40B4-BE49-F238E27FC236}">
                      <a16:creationId xmlns:a16="http://schemas.microsoft.com/office/drawing/2014/main" id="{35DB8302-9DC1-035C-1111-B1F0340EE762}"/>
                    </a:ext>
                  </a:extLst>
                </p14:cNvPr>
                <p14:cNvContentPartPr/>
                <p14:nvPr/>
              </p14:nvContentPartPr>
              <p14:xfrm>
                <a:off x="9033047" y="2438469"/>
                <a:ext cx="178920" cy="75600"/>
              </p14:xfrm>
            </p:contentPart>
          </mc:Choice>
          <mc:Fallback xmlns="">
            <p:pic>
              <p:nvPicPr>
                <p:cNvPr id="21" name="インク 20">
                  <a:extLst>
                    <a:ext uri="{FF2B5EF4-FFF2-40B4-BE49-F238E27FC236}">
                      <a16:creationId xmlns:a16="http://schemas.microsoft.com/office/drawing/2014/main" id="{35DB8302-9DC1-035C-1111-B1F0340EE76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026927" y="2432349"/>
                  <a:ext cx="191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インク 21">
                  <a:extLst>
                    <a:ext uri="{FF2B5EF4-FFF2-40B4-BE49-F238E27FC236}">
                      <a16:creationId xmlns:a16="http://schemas.microsoft.com/office/drawing/2014/main" id="{761B2A5A-7FA7-96DF-52FA-13A2069FFBA8}"/>
                    </a:ext>
                  </a:extLst>
                </p14:cNvPr>
                <p14:cNvContentPartPr/>
                <p14:nvPr/>
              </p14:nvContentPartPr>
              <p14:xfrm>
                <a:off x="9485567" y="2188629"/>
                <a:ext cx="180000" cy="19440"/>
              </p14:xfrm>
            </p:contentPart>
          </mc:Choice>
          <mc:Fallback xmlns="">
            <p:pic>
              <p:nvPicPr>
                <p:cNvPr id="22" name="インク 21">
                  <a:extLst>
                    <a:ext uri="{FF2B5EF4-FFF2-40B4-BE49-F238E27FC236}">
                      <a16:creationId xmlns:a16="http://schemas.microsoft.com/office/drawing/2014/main" id="{761B2A5A-7FA7-96DF-52FA-13A2069FFBA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479447" y="2182509"/>
                  <a:ext cx="192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インク 22">
                  <a:extLst>
                    <a:ext uri="{FF2B5EF4-FFF2-40B4-BE49-F238E27FC236}">
                      <a16:creationId xmlns:a16="http://schemas.microsoft.com/office/drawing/2014/main" id="{8974D508-BCD4-6EB0-E09C-D619916701FD}"/>
                    </a:ext>
                  </a:extLst>
                </p14:cNvPr>
                <p14:cNvContentPartPr/>
                <p14:nvPr/>
              </p14:nvContentPartPr>
              <p14:xfrm>
                <a:off x="9550007" y="2115189"/>
                <a:ext cx="65160" cy="434520"/>
              </p14:xfrm>
            </p:contentPart>
          </mc:Choice>
          <mc:Fallback xmlns="">
            <p:pic>
              <p:nvPicPr>
                <p:cNvPr id="23" name="インク 22">
                  <a:extLst>
                    <a:ext uri="{FF2B5EF4-FFF2-40B4-BE49-F238E27FC236}">
                      <a16:creationId xmlns:a16="http://schemas.microsoft.com/office/drawing/2014/main" id="{8974D508-BCD4-6EB0-E09C-D619916701F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543887" y="2109069"/>
                  <a:ext cx="7740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インク 23">
                  <a:extLst>
                    <a:ext uri="{FF2B5EF4-FFF2-40B4-BE49-F238E27FC236}">
                      <a16:creationId xmlns:a16="http://schemas.microsoft.com/office/drawing/2014/main" id="{C9D2ACE4-78C6-EF7B-E066-BC69312AE9EF}"/>
                    </a:ext>
                  </a:extLst>
                </p14:cNvPr>
                <p14:cNvContentPartPr/>
                <p14:nvPr/>
              </p14:nvContentPartPr>
              <p14:xfrm>
                <a:off x="9339767" y="2345949"/>
                <a:ext cx="127800" cy="112320"/>
              </p14:xfrm>
            </p:contentPart>
          </mc:Choice>
          <mc:Fallback xmlns="">
            <p:pic>
              <p:nvPicPr>
                <p:cNvPr id="24" name="インク 23">
                  <a:extLst>
                    <a:ext uri="{FF2B5EF4-FFF2-40B4-BE49-F238E27FC236}">
                      <a16:creationId xmlns:a16="http://schemas.microsoft.com/office/drawing/2014/main" id="{C9D2ACE4-78C6-EF7B-E066-BC69312AE9E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33647" y="2339829"/>
                  <a:ext cx="140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インク 24">
                  <a:extLst>
                    <a:ext uri="{FF2B5EF4-FFF2-40B4-BE49-F238E27FC236}">
                      <a16:creationId xmlns:a16="http://schemas.microsoft.com/office/drawing/2014/main" id="{E92F7528-DA5B-9285-F08A-0F21AE47CE42}"/>
                    </a:ext>
                  </a:extLst>
                </p14:cNvPr>
                <p14:cNvContentPartPr/>
                <p14:nvPr/>
              </p14:nvContentPartPr>
              <p14:xfrm>
                <a:off x="9670247" y="2345949"/>
                <a:ext cx="116640" cy="175320"/>
              </p14:xfrm>
            </p:contentPart>
          </mc:Choice>
          <mc:Fallback xmlns="">
            <p:pic>
              <p:nvPicPr>
                <p:cNvPr id="25" name="インク 24">
                  <a:extLst>
                    <a:ext uri="{FF2B5EF4-FFF2-40B4-BE49-F238E27FC236}">
                      <a16:creationId xmlns:a16="http://schemas.microsoft.com/office/drawing/2014/main" id="{E92F7528-DA5B-9285-F08A-0F21AE47CE4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664127" y="2339829"/>
                  <a:ext cx="128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インク 25">
                  <a:extLst>
                    <a:ext uri="{FF2B5EF4-FFF2-40B4-BE49-F238E27FC236}">
                      <a16:creationId xmlns:a16="http://schemas.microsoft.com/office/drawing/2014/main" id="{33403438-03BC-177C-AD74-6377E2FF62F0}"/>
                    </a:ext>
                  </a:extLst>
                </p14:cNvPr>
                <p14:cNvContentPartPr/>
                <p14:nvPr/>
              </p14:nvContentPartPr>
              <p14:xfrm>
                <a:off x="9744047" y="2244069"/>
                <a:ext cx="13320" cy="37080"/>
              </p14:xfrm>
            </p:contentPart>
          </mc:Choice>
          <mc:Fallback xmlns="">
            <p:pic>
              <p:nvPicPr>
                <p:cNvPr id="26" name="インク 25">
                  <a:extLst>
                    <a:ext uri="{FF2B5EF4-FFF2-40B4-BE49-F238E27FC236}">
                      <a16:creationId xmlns:a16="http://schemas.microsoft.com/office/drawing/2014/main" id="{33403438-03BC-177C-AD74-6377E2FF62F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37927" y="2237949"/>
                  <a:ext cx="255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インク 26">
                  <a:extLst>
                    <a:ext uri="{FF2B5EF4-FFF2-40B4-BE49-F238E27FC236}">
                      <a16:creationId xmlns:a16="http://schemas.microsoft.com/office/drawing/2014/main" id="{C5BA1930-56B7-846F-2B69-3ECC24A111C9}"/>
                    </a:ext>
                  </a:extLst>
                </p14:cNvPr>
                <p14:cNvContentPartPr/>
                <p14:nvPr/>
              </p14:nvContentPartPr>
              <p14:xfrm>
                <a:off x="9799487" y="2197989"/>
                <a:ext cx="54360" cy="128520"/>
              </p14:xfrm>
            </p:contentPart>
          </mc:Choice>
          <mc:Fallback xmlns="">
            <p:pic>
              <p:nvPicPr>
                <p:cNvPr id="27" name="インク 26">
                  <a:extLst>
                    <a:ext uri="{FF2B5EF4-FFF2-40B4-BE49-F238E27FC236}">
                      <a16:creationId xmlns:a16="http://schemas.microsoft.com/office/drawing/2014/main" id="{C5BA1930-56B7-846F-2B69-3ECC24A111C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93367" y="2191869"/>
                  <a:ext cx="66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インク 27">
                  <a:extLst>
                    <a:ext uri="{FF2B5EF4-FFF2-40B4-BE49-F238E27FC236}">
                      <a16:creationId xmlns:a16="http://schemas.microsoft.com/office/drawing/2014/main" id="{D0165A49-9660-E1D4-6C8B-B0FA80D57C11}"/>
                    </a:ext>
                  </a:extLst>
                </p14:cNvPr>
                <p14:cNvContentPartPr/>
                <p14:nvPr/>
              </p14:nvContentPartPr>
              <p14:xfrm>
                <a:off x="9881927" y="2215629"/>
                <a:ext cx="252360" cy="405360"/>
              </p14:xfrm>
            </p:contentPart>
          </mc:Choice>
          <mc:Fallback xmlns="">
            <p:pic>
              <p:nvPicPr>
                <p:cNvPr id="28" name="インク 27">
                  <a:extLst>
                    <a:ext uri="{FF2B5EF4-FFF2-40B4-BE49-F238E27FC236}">
                      <a16:creationId xmlns:a16="http://schemas.microsoft.com/office/drawing/2014/main" id="{D0165A49-9660-E1D4-6C8B-B0FA80D57C1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875807" y="2209509"/>
                  <a:ext cx="26460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インク 28">
                  <a:extLst>
                    <a:ext uri="{FF2B5EF4-FFF2-40B4-BE49-F238E27FC236}">
                      <a16:creationId xmlns:a16="http://schemas.microsoft.com/office/drawing/2014/main" id="{4A6D49CC-B9EF-1F6E-3E39-B2572804E8F0}"/>
                    </a:ext>
                  </a:extLst>
                </p14:cNvPr>
                <p14:cNvContentPartPr/>
                <p14:nvPr/>
              </p14:nvContentPartPr>
              <p14:xfrm>
                <a:off x="10178207" y="2392029"/>
                <a:ext cx="168840" cy="254160"/>
              </p14:xfrm>
            </p:contentPart>
          </mc:Choice>
          <mc:Fallback xmlns="">
            <p:pic>
              <p:nvPicPr>
                <p:cNvPr id="29" name="インク 28">
                  <a:extLst>
                    <a:ext uri="{FF2B5EF4-FFF2-40B4-BE49-F238E27FC236}">
                      <a16:creationId xmlns:a16="http://schemas.microsoft.com/office/drawing/2014/main" id="{4A6D49CC-B9EF-1F6E-3E39-B2572804E8F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172087" y="2385909"/>
                  <a:ext cx="1810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インク 30">
                  <a:extLst>
                    <a:ext uri="{FF2B5EF4-FFF2-40B4-BE49-F238E27FC236}">
                      <a16:creationId xmlns:a16="http://schemas.microsoft.com/office/drawing/2014/main" id="{55B5D724-FB20-97DD-2097-E59F8A60F3EB}"/>
                    </a:ext>
                  </a:extLst>
                </p14:cNvPr>
                <p14:cNvContentPartPr/>
                <p14:nvPr/>
              </p14:nvContentPartPr>
              <p14:xfrm>
                <a:off x="8718767" y="2392029"/>
                <a:ext cx="233640" cy="95040"/>
              </p14:xfrm>
            </p:contentPart>
          </mc:Choice>
          <mc:Fallback xmlns="">
            <p:pic>
              <p:nvPicPr>
                <p:cNvPr id="31" name="インク 30">
                  <a:extLst>
                    <a:ext uri="{FF2B5EF4-FFF2-40B4-BE49-F238E27FC236}">
                      <a16:creationId xmlns:a16="http://schemas.microsoft.com/office/drawing/2014/main" id="{55B5D724-FB20-97DD-2097-E59F8A60F3E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712647" y="2385909"/>
                  <a:ext cx="245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90" name="インク 189">
                  <a:extLst>
                    <a:ext uri="{FF2B5EF4-FFF2-40B4-BE49-F238E27FC236}">
                      <a16:creationId xmlns:a16="http://schemas.microsoft.com/office/drawing/2014/main" id="{9C3A05D1-7513-BE8B-FFCB-BD0C9DA6DC8D}"/>
                    </a:ext>
                  </a:extLst>
                </p14:cNvPr>
                <p14:cNvContentPartPr/>
                <p14:nvPr/>
              </p14:nvContentPartPr>
              <p14:xfrm>
                <a:off x="10557287" y="2050389"/>
                <a:ext cx="360" cy="219600"/>
              </p14:xfrm>
            </p:contentPart>
          </mc:Choice>
          <mc:Fallback xmlns="">
            <p:pic>
              <p:nvPicPr>
                <p:cNvPr id="190" name="インク 189">
                  <a:extLst>
                    <a:ext uri="{FF2B5EF4-FFF2-40B4-BE49-F238E27FC236}">
                      <a16:creationId xmlns:a16="http://schemas.microsoft.com/office/drawing/2014/main" id="{9C3A05D1-7513-BE8B-FFCB-BD0C9DA6DC8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51167" y="2044269"/>
                  <a:ext cx="126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91" name="インク 190">
                  <a:extLst>
                    <a:ext uri="{FF2B5EF4-FFF2-40B4-BE49-F238E27FC236}">
                      <a16:creationId xmlns:a16="http://schemas.microsoft.com/office/drawing/2014/main" id="{0176C54D-B4CB-535C-1DBC-6F84E0EFED77}"/>
                    </a:ext>
                  </a:extLst>
                </p14:cNvPr>
                <p14:cNvContentPartPr/>
                <p14:nvPr/>
              </p14:nvContentPartPr>
              <p14:xfrm>
                <a:off x="10344527" y="2251269"/>
                <a:ext cx="356040" cy="94680"/>
              </p14:xfrm>
            </p:contentPart>
          </mc:Choice>
          <mc:Fallback xmlns="">
            <p:pic>
              <p:nvPicPr>
                <p:cNvPr id="191" name="インク 190">
                  <a:extLst>
                    <a:ext uri="{FF2B5EF4-FFF2-40B4-BE49-F238E27FC236}">
                      <a16:creationId xmlns:a16="http://schemas.microsoft.com/office/drawing/2014/main" id="{0176C54D-B4CB-535C-1DBC-6F84E0EFED7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338407" y="2245149"/>
                  <a:ext cx="3682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93" name="インク 192">
                  <a:extLst>
                    <a:ext uri="{FF2B5EF4-FFF2-40B4-BE49-F238E27FC236}">
                      <a16:creationId xmlns:a16="http://schemas.microsoft.com/office/drawing/2014/main" id="{B7529A49-90BA-22E4-B0D7-5802B5CDF56E}"/>
                    </a:ext>
                  </a:extLst>
                </p14:cNvPr>
                <p14:cNvContentPartPr/>
                <p14:nvPr/>
              </p14:nvContentPartPr>
              <p14:xfrm>
                <a:off x="10455407" y="2327229"/>
                <a:ext cx="35640" cy="100800"/>
              </p14:xfrm>
            </p:contentPart>
          </mc:Choice>
          <mc:Fallback xmlns="">
            <p:pic>
              <p:nvPicPr>
                <p:cNvPr id="193" name="インク 192">
                  <a:extLst>
                    <a:ext uri="{FF2B5EF4-FFF2-40B4-BE49-F238E27FC236}">
                      <a16:creationId xmlns:a16="http://schemas.microsoft.com/office/drawing/2014/main" id="{B7529A49-90BA-22E4-B0D7-5802B5CDF56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449287" y="2321109"/>
                  <a:ext cx="478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94" name="インク 193">
                  <a:extLst>
                    <a:ext uri="{FF2B5EF4-FFF2-40B4-BE49-F238E27FC236}">
                      <a16:creationId xmlns:a16="http://schemas.microsoft.com/office/drawing/2014/main" id="{238D3881-9E2A-A00F-A72F-9A9520D56AEE}"/>
                    </a:ext>
                  </a:extLst>
                </p14:cNvPr>
                <p14:cNvContentPartPr/>
                <p14:nvPr/>
              </p14:nvContentPartPr>
              <p14:xfrm>
                <a:off x="10631087" y="2290149"/>
                <a:ext cx="28080" cy="130680"/>
              </p14:xfrm>
            </p:contentPart>
          </mc:Choice>
          <mc:Fallback xmlns="">
            <p:pic>
              <p:nvPicPr>
                <p:cNvPr id="194" name="インク 193">
                  <a:extLst>
                    <a:ext uri="{FF2B5EF4-FFF2-40B4-BE49-F238E27FC236}">
                      <a16:creationId xmlns:a16="http://schemas.microsoft.com/office/drawing/2014/main" id="{238D3881-9E2A-A00F-A72F-9A9520D56AE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624967" y="2284029"/>
                  <a:ext cx="403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95" name="インク 194">
                  <a:extLst>
                    <a:ext uri="{FF2B5EF4-FFF2-40B4-BE49-F238E27FC236}">
                      <a16:creationId xmlns:a16="http://schemas.microsoft.com/office/drawing/2014/main" id="{853B35F4-345D-814F-5252-E6DBB9E1A153}"/>
                    </a:ext>
                  </a:extLst>
                </p14:cNvPr>
                <p14:cNvContentPartPr/>
                <p14:nvPr/>
              </p14:nvContentPartPr>
              <p14:xfrm>
                <a:off x="10446047" y="2407149"/>
                <a:ext cx="222120" cy="96120"/>
              </p14:xfrm>
            </p:contentPart>
          </mc:Choice>
          <mc:Fallback xmlns="">
            <p:pic>
              <p:nvPicPr>
                <p:cNvPr id="195" name="インク 194">
                  <a:extLst>
                    <a:ext uri="{FF2B5EF4-FFF2-40B4-BE49-F238E27FC236}">
                      <a16:creationId xmlns:a16="http://schemas.microsoft.com/office/drawing/2014/main" id="{853B35F4-345D-814F-5252-E6DBB9E1A15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439927" y="2401029"/>
                  <a:ext cx="234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96" name="インク 195">
                  <a:extLst>
                    <a:ext uri="{FF2B5EF4-FFF2-40B4-BE49-F238E27FC236}">
                      <a16:creationId xmlns:a16="http://schemas.microsoft.com/office/drawing/2014/main" id="{6A7D9AEA-4136-31FD-ADA7-C2711933C4BA}"/>
                    </a:ext>
                  </a:extLst>
                </p14:cNvPr>
                <p14:cNvContentPartPr/>
                <p14:nvPr/>
              </p14:nvContentPartPr>
              <p14:xfrm>
                <a:off x="10464767" y="2558349"/>
                <a:ext cx="45360" cy="120240"/>
              </p14:xfrm>
            </p:contentPart>
          </mc:Choice>
          <mc:Fallback xmlns="">
            <p:pic>
              <p:nvPicPr>
                <p:cNvPr id="196" name="インク 195">
                  <a:extLst>
                    <a:ext uri="{FF2B5EF4-FFF2-40B4-BE49-F238E27FC236}">
                      <a16:creationId xmlns:a16="http://schemas.microsoft.com/office/drawing/2014/main" id="{6A7D9AEA-4136-31FD-ADA7-C2711933C4B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458647" y="2552229"/>
                  <a:ext cx="576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97" name="インク 196">
                  <a:extLst>
                    <a:ext uri="{FF2B5EF4-FFF2-40B4-BE49-F238E27FC236}">
                      <a16:creationId xmlns:a16="http://schemas.microsoft.com/office/drawing/2014/main" id="{60CB6623-E34F-D1F3-F6C6-F2BA8886D879}"/>
                    </a:ext>
                  </a:extLst>
                </p14:cNvPr>
                <p14:cNvContentPartPr/>
                <p14:nvPr/>
              </p14:nvContentPartPr>
              <p14:xfrm>
                <a:off x="10492127" y="2507229"/>
                <a:ext cx="186840" cy="165240"/>
              </p14:xfrm>
            </p:contentPart>
          </mc:Choice>
          <mc:Fallback xmlns="">
            <p:pic>
              <p:nvPicPr>
                <p:cNvPr id="197" name="インク 196">
                  <a:extLst>
                    <a:ext uri="{FF2B5EF4-FFF2-40B4-BE49-F238E27FC236}">
                      <a16:creationId xmlns:a16="http://schemas.microsoft.com/office/drawing/2014/main" id="{60CB6623-E34F-D1F3-F6C6-F2BA8886D87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486007" y="2501109"/>
                  <a:ext cx="199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98" name="インク 197">
                  <a:extLst>
                    <a:ext uri="{FF2B5EF4-FFF2-40B4-BE49-F238E27FC236}">
                      <a16:creationId xmlns:a16="http://schemas.microsoft.com/office/drawing/2014/main" id="{75E5449A-274D-8712-19F4-6CBDD5E01E9B}"/>
                    </a:ext>
                  </a:extLst>
                </p14:cNvPr>
                <p14:cNvContentPartPr/>
                <p14:nvPr/>
              </p14:nvContentPartPr>
              <p14:xfrm>
                <a:off x="10501487" y="2644389"/>
                <a:ext cx="172080" cy="80640"/>
              </p14:xfrm>
            </p:contentPart>
          </mc:Choice>
          <mc:Fallback xmlns="">
            <p:pic>
              <p:nvPicPr>
                <p:cNvPr id="198" name="インク 197">
                  <a:extLst>
                    <a:ext uri="{FF2B5EF4-FFF2-40B4-BE49-F238E27FC236}">
                      <a16:creationId xmlns:a16="http://schemas.microsoft.com/office/drawing/2014/main" id="{75E5449A-274D-8712-19F4-6CBDD5E01E9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495367" y="2638269"/>
                  <a:ext cx="1843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99" name="インク 198">
                  <a:extLst>
                    <a:ext uri="{FF2B5EF4-FFF2-40B4-BE49-F238E27FC236}">
                      <a16:creationId xmlns:a16="http://schemas.microsoft.com/office/drawing/2014/main" id="{958A45D8-E01C-9680-1E5E-EE3E9AEE611A}"/>
                    </a:ext>
                  </a:extLst>
                </p14:cNvPr>
                <p14:cNvContentPartPr/>
                <p14:nvPr/>
              </p14:nvContentPartPr>
              <p14:xfrm>
                <a:off x="10787687" y="2142549"/>
                <a:ext cx="94320" cy="295920"/>
              </p14:xfrm>
            </p:contentPart>
          </mc:Choice>
          <mc:Fallback xmlns="">
            <p:pic>
              <p:nvPicPr>
                <p:cNvPr id="199" name="インク 198">
                  <a:extLst>
                    <a:ext uri="{FF2B5EF4-FFF2-40B4-BE49-F238E27FC236}">
                      <a16:creationId xmlns:a16="http://schemas.microsoft.com/office/drawing/2014/main" id="{958A45D8-E01C-9680-1E5E-EE3E9AEE611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781567" y="2136429"/>
                  <a:ext cx="1065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00" name="インク 199">
                  <a:extLst>
                    <a:ext uri="{FF2B5EF4-FFF2-40B4-BE49-F238E27FC236}">
                      <a16:creationId xmlns:a16="http://schemas.microsoft.com/office/drawing/2014/main" id="{1A455D90-761C-DF45-A317-9A8FF0E2D9A4}"/>
                    </a:ext>
                  </a:extLst>
                </p14:cNvPr>
                <p14:cNvContentPartPr/>
                <p14:nvPr/>
              </p14:nvContentPartPr>
              <p14:xfrm>
                <a:off x="10768967" y="2197989"/>
                <a:ext cx="38520" cy="514440"/>
              </p14:xfrm>
            </p:contentPart>
          </mc:Choice>
          <mc:Fallback xmlns="">
            <p:pic>
              <p:nvPicPr>
                <p:cNvPr id="200" name="インク 199">
                  <a:extLst>
                    <a:ext uri="{FF2B5EF4-FFF2-40B4-BE49-F238E27FC236}">
                      <a16:creationId xmlns:a16="http://schemas.microsoft.com/office/drawing/2014/main" id="{1A455D90-761C-DF45-A317-9A8FF0E2D9A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762847" y="2191869"/>
                  <a:ext cx="5076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02" name="インク 201">
                  <a:extLst>
                    <a:ext uri="{FF2B5EF4-FFF2-40B4-BE49-F238E27FC236}">
                      <a16:creationId xmlns:a16="http://schemas.microsoft.com/office/drawing/2014/main" id="{91704C7C-D20D-8D0D-9FAD-D275A9EA0510}"/>
                    </a:ext>
                  </a:extLst>
                </p14:cNvPr>
                <p14:cNvContentPartPr/>
                <p14:nvPr/>
              </p14:nvContentPartPr>
              <p14:xfrm>
                <a:off x="11055527" y="2115909"/>
                <a:ext cx="326880" cy="151920"/>
              </p14:xfrm>
            </p:contentPart>
          </mc:Choice>
          <mc:Fallback xmlns="">
            <p:pic>
              <p:nvPicPr>
                <p:cNvPr id="202" name="インク 201">
                  <a:extLst>
                    <a:ext uri="{FF2B5EF4-FFF2-40B4-BE49-F238E27FC236}">
                      <a16:creationId xmlns:a16="http://schemas.microsoft.com/office/drawing/2014/main" id="{91704C7C-D20D-8D0D-9FAD-D275A9EA051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049407" y="2109789"/>
                  <a:ext cx="3391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03" name="インク 202">
                  <a:extLst>
                    <a:ext uri="{FF2B5EF4-FFF2-40B4-BE49-F238E27FC236}">
                      <a16:creationId xmlns:a16="http://schemas.microsoft.com/office/drawing/2014/main" id="{A26F71F1-A443-8237-AD34-8C50EA90B0AA}"/>
                    </a:ext>
                  </a:extLst>
                </p14:cNvPr>
                <p14:cNvContentPartPr/>
                <p14:nvPr/>
              </p14:nvContentPartPr>
              <p14:xfrm>
                <a:off x="11064887" y="2253429"/>
                <a:ext cx="268920" cy="65160"/>
              </p14:xfrm>
            </p:contentPart>
          </mc:Choice>
          <mc:Fallback xmlns="">
            <p:pic>
              <p:nvPicPr>
                <p:cNvPr id="203" name="インク 202">
                  <a:extLst>
                    <a:ext uri="{FF2B5EF4-FFF2-40B4-BE49-F238E27FC236}">
                      <a16:creationId xmlns:a16="http://schemas.microsoft.com/office/drawing/2014/main" id="{A26F71F1-A443-8237-AD34-8C50EA90B0A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058767" y="2247309"/>
                  <a:ext cx="2811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05" name="インク 204">
                  <a:extLst>
                    <a:ext uri="{FF2B5EF4-FFF2-40B4-BE49-F238E27FC236}">
                      <a16:creationId xmlns:a16="http://schemas.microsoft.com/office/drawing/2014/main" id="{F07FDB0A-5FB1-D829-A83A-C742BB520CC8}"/>
                    </a:ext>
                  </a:extLst>
                </p14:cNvPr>
                <p14:cNvContentPartPr/>
                <p14:nvPr/>
              </p14:nvContentPartPr>
              <p14:xfrm>
                <a:off x="10873007" y="2161269"/>
                <a:ext cx="210600" cy="503280"/>
              </p14:xfrm>
            </p:contentPart>
          </mc:Choice>
          <mc:Fallback xmlns="">
            <p:pic>
              <p:nvPicPr>
                <p:cNvPr id="205" name="インク 204">
                  <a:extLst>
                    <a:ext uri="{FF2B5EF4-FFF2-40B4-BE49-F238E27FC236}">
                      <a16:creationId xmlns:a16="http://schemas.microsoft.com/office/drawing/2014/main" id="{F07FDB0A-5FB1-D829-A83A-C742BB520CC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866887" y="2155149"/>
                  <a:ext cx="22284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06" name="インク 205">
                  <a:extLst>
                    <a:ext uri="{FF2B5EF4-FFF2-40B4-BE49-F238E27FC236}">
                      <a16:creationId xmlns:a16="http://schemas.microsoft.com/office/drawing/2014/main" id="{ED30E23F-F81C-512E-1543-F586876A23C8}"/>
                    </a:ext>
                  </a:extLst>
                </p14:cNvPr>
                <p14:cNvContentPartPr/>
                <p14:nvPr/>
              </p14:nvContentPartPr>
              <p14:xfrm>
                <a:off x="11166767" y="2344869"/>
                <a:ext cx="101160" cy="19800"/>
              </p14:xfrm>
            </p:contentPart>
          </mc:Choice>
          <mc:Fallback xmlns="">
            <p:pic>
              <p:nvPicPr>
                <p:cNvPr id="206" name="インク 205">
                  <a:extLst>
                    <a:ext uri="{FF2B5EF4-FFF2-40B4-BE49-F238E27FC236}">
                      <a16:creationId xmlns:a16="http://schemas.microsoft.com/office/drawing/2014/main" id="{ED30E23F-F81C-512E-1543-F586876A23C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160647" y="2338749"/>
                  <a:ext cx="113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07" name="インク 206">
                  <a:extLst>
                    <a:ext uri="{FF2B5EF4-FFF2-40B4-BE49-F238E27FC236}">
                      <a16:creationId xmlns:a16="http://schemas.microsoft.com/office/drawing/2014/main" id="{5635D1D3-55D2-FDF5-DA2C-F84C094E8B11}"/>
                    </a:ext>
                  </a:extLst>
                </p14:cNvPr>
                <p14:cNvContentPartPr/>
                <p14:nvPr/>
              </p14:nvContentPartPr>
              <p14:xfrm>
                <a:off x="11191967" y="2355309"/>
                <a:ext cx="127080" cy="109440"/>
              </p14:xfrm>
            </p:contentPart>
          </mc:Choice>
          <mc:Fallback xmlns="">
            <p:pic>
              <p:nvPicPr>
                <p:cNvPr id="207" name="インク 206">
                  <a:extLst>
                    <a:ext uri="{FF2B5EF4-FFF2-40B4-BE49-F238E27FC236}">
                      <a16:creationId xmlns:a16="http://schemas.microsoft.com/office/drawing/2014/main" id="{5635D1D3-55D2-FDF5-DA2C-F84C094E8B1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185847" y="2349189"/>
                  <a:ext cx="1393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08" name="インク 207">
                  <a:extLst>
                    <a:ext uri="{FF2B5EF4-FFF2-40B4-BE49-F238E27FC236}">
                      <a16:creationId xmlns:a16="http://schemas.microsoft.com/office/drawing/2014/main" id="{CA77383C-2118-8AEB-907D-59289958AE56}"/>
                    </a:ext>
                  </a:extLst>
                </p14:cNvPr>
                <p14:cNvContentPartPr/>
                <p14:nvPr/>
              </p14:nvContentPartPr>
              <p14:xfrm>
                <a:off x="11342087" y="2382669"/>
                <a:ext cx="11160" cy="89640"/>
              </p14:xfrm>
            </p:contentPart>
          </mc:Choice>
          <mc:Fallback xmlns="">
            <p:pic>
              <p:nvPicPr>
                <p:cNvPr id="208" name="インク 207">
                  <a:extLst>
                    <a:ext uri="{FF2B5EF4-FFF2-40B4-BE49-F238E27FC236}">
                      <a16:creationId xmlns:a16="http://schemas.microsoft.com/office/drawing/2014/main" id="{CA77383C-2118-8AEB-907D-59289958AE5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335967" y="2376549"/>
                  <a:ext cx="234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09" name="インク 208">
                  <a:extLst>
                    <a:ext uri="{FF2B5EF4-FFF2-40B4-BE49-F238E27FC236}">
                      <a16:creationId xmlns:a16="http://schemas.microsoft.com/office/drawing/2014/main" id="{77311EDA-6E82-25DA-AA2C-0AC616C89ABF}"/>
                    </a:ext>
                  </a:extLst>
                </p14:cNvPr>
                <p14:cNvContentPartPr/>
                <p14:nvPr/>
              </p14:nvContentPartPr>
              <p14:xfrm>
                <a:off x="11157047" y="2524509"/>
                <a:ext cx="129240" cy="24840"/>
              </p14:xfrm>
            </p:contentPart>
          </mc:Choice>
          <mc:Fallback xmlns="">
            <p:pic>
              <p:nvPicPr>
                <p:cNvPr id="209" name="インク 208">
                  <a:extLst>
                    <a:ext uri="{FF2B5EF4-FFF2-40B4-BE49-F238E27FC236}">
                      <a16:creationId xmlns:a16="http://schemas.microsoft.com/office/drawing/2014/main" id="{77311EDA-6E82-25DA-AA2C-0AC616C89AB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150927" y="2518389"/>
                  <a:ext cx="141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10" name="インク 209">
                  <a:extLst>
                    <a:ext uri="{FF2B5EF4-FFF2-40B4-BE49-F238E27FC236}">
                      <a16:creationId xmlns:a16="http://schemas.microsoft.com/office/drawing/2014/main" id="{569FF619-1096-BD70-2B61-625ADA118E69}"/>
                    </a:ext>
                  </a:extLst>
                </p14:cNvPr>
                <p14:cNvContentPartPr/>
                <p14:nvPr/>
              </p14:nvContentPartPr>
              <p14:xfrm>
                <a:off x="11290607" y="2475189"/>
                <a:ext cx="33480" cy="158400"/>
              </p14:xfrm>
            </p:contentPart>
          </mc:Choice>
          <mc:Fallback xmlns="">
            <p:pic>
              <p:nvPicPr>
                <p:cNvPr id="210" name="インク 209">
                  <a:extLst>
                    <a:ext uri="{FF2B5EF4-FFF2-40B4-BE49-F238E27FC236}">
                      <a16:creationId xmlns:a16="http://schemas.microsoft.com/office/drawing/2014/main" id="{569FF619-1096-BD70-2B61-625ADA118E6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284487" y="2469069"/>
                  <a:ext cx="457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11" name="インク 210">
                  <a:extLst>
                    <a:ext uri="{FF2B5EF4-FFF2-40B4-BE49-F238E27FC236}">
                      <a16:creationId xmlns:a16="http://schemas.microsoft.com/office/drawing/2014/main" id="{A9EC3313-5E49-A470-BE32-211204BB30F1}"/>
                    </a:ext>
                  </a:extLst>
                </p14:cNvPr>
                <p14:cNvContentPartPr/>
                <p14:nvPr/>
              </p14:nvContentPartPr>
              <p14:xfrm>
                <a:off x="11064887" y="2604069"/>
                <a:ext cx="507600" cy="83880"/>
              </p14:xfrm>
            </p:contentPart>
          </mc:Choice>
          <mc:Fallback xmlns="">
            <p:pic>
              <p:nvPicPr>
                <p:cNvPr id="211" name="インク 210">
                  <a:extLst>
                    <a:ext uri="{FF2B5EF4-FFF2-40B4-BE49-F238E27FC236}">
                      <a16:creationId xmlns:a16="http://schemas.microsoft.com/office/drawing/2014/main" id="{A9EC3313-5E49-A470-BE32-211204BB30F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058767" y="2597949"/>
                  <a:ext cx="519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13" name="インク 212">
                  <a:extLst>
                    <a:ext uri="{FF2B5EF4-FFF2-40B4-BE49-F238E27FC236}">
                      <a16:creationId xmlns:a16="http://schemas.microsoft.com/office/drawing/2014/main" id="{923104D7-F208-56BE-C90F-D184FA250107}"/>
                    </a:ext>
                  </a:extLst>
                </p14:cNvPr>
                <p14:cNvContentPartPr/>
                <p14:nvPr/>
              </p14:nvContentPartPr>
              <p14:xfrm>
                <a:off x="8477567" y="1688949"/>
                <a:ext cx="3226320" cy="1239480"/>
              </p14:xfrm>
            </p:contentPart>
          </mc:Choice>
          <mc:Fallback xmlns="">
            <p:pic>
              <p:nvPicPr>
                <p:cNvPr id="213" name="インク 212">
                  <a:extLst>
                    <a:ext uri="{FF2B5EF4-FFF2-40B4-BE49-F238E27FC236}">
                      <a16:creationId xmlns:a16="http://schemas.microsoft.com/office/drawing/2014/main" id="{923104D7-F208-56BE-C90F-D184FA25010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471447" y="1682829"/>
                  <a:ext cx="3238560" cy="125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16" name="インク 215">
                <a:extLst>
                  <a:ext uri="{FF2B5EF4-FFF2-40B4-BE49-F238E27FC236}">
                    <a16:creationId xmlns:a16="http://schemas.microsoft.com/office/drawing/2014/main" id="{D99A150E-B47C-FF2F-302D-C9C52ECB045C}"/>
                  </a:ext>
                </a:extLst>
              </p14:cNvPr>
              <p14:cNvContentPartPr/>
              <p14:nvPr/>
            </p14:nvContentPartPr>
            <p14:xfrm>
              <a:off x="3563207" y="1560789"/>
              <a:ext cx="2259720" cy="840960"/>
            </p14:xfrm>
          </p:contentPart>
        </mc:Choice>
        <mc:Fallback xmlns="">
          <p:pic>
            <p:nvPicPr>
              <p:cNvPr id="216" name="インク 215">
                <a:extLst>
                  <a:ext uri="{FF2B5EF4-FFF2-40B4-BE49-F238E27FC236}">
                    <a16:creationId xmlns:a16="http://schemas.microsoft.com/office/drawing/2014/main" id="{D99A150E-B47C-FF2F-302D-C9C52ECB045C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557087" y="1554669"/>
                <a:ext cx="2271960" cy="85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グループ化 217">
            <a:extLst>
              <a:ext uri="{FF2B5EF4-FFF2-40B4-BE49-F238E27FC236}">
                <a16:creationId xmlns:a16="http://schemas.microsoft.com/office/drawing/2014/main" id="{87E571A0-2F44-3F19-61C5-9D2459963778}"/>
              </a:ext>
            </a:extLst>
          </p:cNvPr>
          <p:cNvGrpSpPr/>
          <p:nvPr/>
        </p:nvGrpSpPr>
        <p:grpSpPr>
          <a:xfrm>
            <a:off x="1304567" y="551709"/>
            <a:ext cx="6557040" cy="1825560"/>
            <a:chOff x="1304567" y="551709"/>
            <a:chExt cx="6557040" cy="182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6" name="インク 105">
                  <a:extLst>
                    <a:ext uri="{FF2B5EF4-FFF2-40B4-BE49-F238E27FC236}">
                      <a16:creationId xmlns:a16="http://schemas.microsoft.com/office/drawing/2014/main" id="{D64379AC-D6A7-EB40-F7FB-004492311E5A}"/>
                    </a:ext>
                  </a:extLst>
                </p14:cNvPr>
                <p14:cNvContentPartPr/>
                <p14:nvPr/>
              </p14:nvContentPartPr>
              <p14:xfrm>
                <a:off x="1385567" y="1089909"/>
                <a:ext cx="232560" cy="360"/>
              </p14:xfrm>
            </p:contentPart>
          </mc:Choice>
          <mc:Fallback xmlns="">
            <p:pic>
              <p:nvPicPr>
                <p:cNvPr id="106" name="インク 105">
                  <a:extLst>
                    <a:ext uri="{FF2B5EF4-FFF2-40B4-BE49-F238E27FC236}">
                      <a16:creationId xmlns:a16="http://schemas.microsoft.com/office/drawing/2014/main" id="{D64379AC-D6A7-EB40-F7FB-004492311E5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379447" y="1083789"/>
                  <a:ext cx="244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7" name="インク 106">
                  <a:extLst>
                    <a:ext uri="{FF2B5EF4-FFF2-40B4-BE49-F238E27FC236}">
                      <a16:creationId xmlns:a16="http://schemas.microsoft.com/office/drawing/2014/main" id="{3A911A4E-6A1B-786C-DADC-DD90A0D1B0C2}"/>
                    </a:ext>
                  </a:extLst>
                </p14:cNvPr>
                <p14:cNvContentPartPr/>
                <p14:nvPr/>
              </p14:nvContentPartPr>
              <p14:xfrm>
                <a:off x="1514447" y="969669"/>
                <a:ext cx="18720" cy="507600"/>
              </p14:xfrm>
            </p:contentPart>
          </mc:Choice>
          <mc:Fallback xmlns="">
            <p:pic>
              <p:nvPicPr>
                <p:cNvPr id="107" name="インク 106">
                  <a:extLst>
                    <a:ext uri="{FF2B5EF4-FFF2-40B4-BE49-F238E27FC236}">
                      <a16:creationId xmlns:a16="http://schemas.microsoft.com/office/drawing/2014/main" id="{3A911A4E-6A1B-786C-DADC-DD90A0D1B0C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508327" y="963549"/>
                  <a:ext cx="3096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8" name="インク 107">
                  <a:extLst>
                    <a:ext uri="{FF2B5EF4-FFF2-40B4-BE49-F238E27FC236}">
                      <a16:creationId xmlns:a16="http://schemas.microsoft.com/office/drawing/2014/main" id="{18E1B6FA-AA0B-A9E3-EFE0-AEBE67396485}"/>
                    </a:ext>
                  </a:extLst>
                </p14:cNvPr>
                <p14:cNvContentPartPr/>
                <p14:nvPr/>
              </p14:nvContentPartPr>
              <p14:xfrm>
                <a:off x="1304567" y="1182069"/>
                <a:ext cx="90360" cy="143280"/>
              </p14:xfrm>
            </p:contentPart>
          </mc:Choice>
          <mc:Fallback xmlns="">
            <p:pic>
              <p:nvPicPr>
                <p:cNvPr id="108" name="インク 107">
                  <a:extLst>
                    <a:ext uri="{FF2B5EF4-FFF2-40B4-BE49-F238E27FC236}">
                      <a16:creationId xmlns:a16="http://schemas.microsoft.com/office/drawing/2014/main" id="{18E1B6FA-AA0B-A9E3-EFE0-AEBE6739648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298447" y="1175949"/>
                  <a:ext cx="1026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10" name="インク 109">
                  <a:extLst>
                    <a:ext uri="{FF2B5EF4-FFF2-40B4-BE49-F238E27FC236}">
                      <a16:creationId xmlns:a16="http://schemas.microsoft.com/office/drawing/2014/main" id="{71B8D42A-05D9-452D-EC9E-5CEA5105645A}"/>
                    </a:ext>
                  </a:extLst>
                </p14:cNvPr>
                <p14:cNvContentPartPr/>
                <p14:nvPr/>
              </p14:nvContentPartPr>
              <p14:xfrm>
                <a:off x="1662407" y="1182069"/>
                <a:ext cx="96480" cy="184680"/>
              </p14:xfrm>
            </p:contentPart>
          </mc:Choice>
          <mc:Fallback xmlns="">
            <p:pic>
              <p:nvPicPr>
                <p:cNvPr id="110" name="インク 109">
                  <a:extLst>
                    <a:ext uri="{FF2B5EF4-FFF2-40B4-BE49-F238E27FC236}">
                      <a16:creationId xmlns:a16="http://schemas.microsoft.com/office/drawing/2014/main" id="{71B8D42A-05D9-452D-EC9E-5CEA5105645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656287" y="1175949"/>
                  <a:ext cx="1087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11" name="インク 110">
                  <a:extLst>
                    <a:ext uri="{FF2B5EF4-FFF2-40B4-BE49-F238E27FC236}">
                      <a16:creationId xmlns:a16="http://schemas.microsoft.com/office/drawing/2014/main" id="{AB55D2CF-FD33-7C1A-1971-96249E2E12E2}"/>
                    </a:ext>
                  </a:extLst>
                </p14:cNvPr>
                <p14:cNvContentPartPr/>
                <p14:nvPr/>
              </p14:nvContentPartPr>
              <p14:xfrm>
                <a:off x="1671767" y="1043829"/>
                <a:ext cx="43200" cy="47160"/>
              </p14:xfrm>
            </p:contentPart>
          </mc:Choice>
          <mc:Fallback xmlns="">
            <p:pic>
              <p:nvPicPr>
                <p:cNvPr id="111" name="インク 110">
                  <a:extLst>
                    <a:ext uri="{FF2B5EF4-FFF2-40B4-BE49-F238E27FC236}">
                      <a16:creationId xmlns:a16="http://schemas.microsoft.com/office/drawing/2014/main" id="{AB55D2CF-FD33-7C1A-1971-96249E2E12E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665647" y="1037709"/>
                  <a:ext cx="554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12" name="インク 111">
                  <a:extLst>
                    <a:ext uri="{FF2B5EF4-FFF2-40B4-BE49-F238E27FC236}">
                      <a16:creationId xmlns:a16="http://schemas.microsoft.com/office/drawing/2014/main" id="{C2DF4EBC-D5BE-9630-8736-A65C0AC0CEC9}"/>
                    </a:ext>
                  </a:extLst>
                </p14:cNvPr>
                <p14:cNvContentPartPr/>
                <p14:nvPr/>
              </p14:nvContentPartPr>
              <p14:xfrm>
                <a:off x="1717847" y="988029"/>
                <a:ext cx="55080" cy="84600"/>
              </p14:xfrm>
            </p:contentPart>
          </mc:Choice>
          <mc:Fallback xmlns="">
            <p:pic>
              <p:nvPicPr>
                <p:cNvPr id="112" name="インク 111">
                  <a:extLst>
                    <a:ext uri="{FF2B5EF4-FFF2-40B4-BE49-F238E27FC236}">
                      <a16:creationId xmlns:a16="http://schemas.microsoft.com/office/drawing/2014/main" id="{C2DF4EBC-D5BE-9630-8736-A65C0AC0CEC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711727" y="981909"/>
                  <a:ext cx="67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13" name="インク 112">
                  <a:extLst>
                    <a:ext uri="{FF2B5EF4-FFF2-40B4-BE49-F238E27FC236}">
                      <a16:creationId xmlns:a16="http://schemas.microsoft.com/office/drawing/2014/main" id="{3DDAD7C7-0A64-0606-C40E-72D072C0FA0E}"/>
                    </a:ext>
                  </a:extLst>
                </p14:cNvPr>
                <p14:cNvContentPartPr/>
                <p14:nvPr/>
              </p14:nvContentPartPr>
              <p14:xfrm>
                <a:off x="1856447" y="1024389"/>
                <a:ext cx="245160" cy="415800"/>
              </p14:xfrm>
            </p:contentPart>
          </mc:Choice>
          <mc:Fallback xmlns="">
            <p:pic>
              <p:nvPicPr>
                <p:cNvPr id="113" name="インク 112">
                  <a:extLst>
                    <a:ext uri="{FF2B5EF4-FFF2-40B4-BE49-F238E27FC236}">
                      <a16:creationId xmlns:a16="http://schemas.microsoft.com/office/drawing/2014/main" id="{3DDAD7C7-0A64-0606-C40E-72D072C0FA0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850327" y="1018269"/>
                  <a:ext cx="25740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14" name="インク 113">
                  <a:extLst>
                    <a:ext uri="{FF2B5EF4-FFF2-40B4-BE49-F238E27FC236}">
                      <a16:creationId xmlns:a16="http://schemas.microsoft.com/office/drawing/2014/main" id="{D790930F-C366-BBFE-4F82-5327A5DBFAEB}"/>
                    </a:ext>
                  </a:extLst>
                </p14:cNvPr>
                <p14:cNvContentPartPr/>
                <p14:nvPr/>
              </p14:nvContentPartPr>
              <p14:xfrm>
                <a:off x="2087207" y="1218789"/>
                <a:ext cx="85320" cy="135360"/>
              </p14:xfrm>
            </p:contentPart>
          </mc:Choice>
          <mc:Fallback xmlns="">
            <p:pic>
              <p:nvPicPr>
                <p:cNvPr id="114" name="インク 113">
                  <a:extLst>
                    <a:ext uri="{FF2B5EF4-FFF2-40B4-BE49-F238E27FC236}">
                      <a16:creationId xmlns:a16="http://schemas.microsoft.com/office/drawing/2014/main" id="{D790930F-C366-BBFE-4F82-5327A5DBFAE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081087" y="1212669"/>
                  <a:ext cx="975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16" name="インク 115">
                  <a:extLst>
                    <a:ext uri="{FF2B5EF4-FFF2-40B4-BE49-F238E27FC236}">
                      <a16:creationId xmlns:a16="http://schemas.microsoft.com/office/drawing/2014/main" id="{D58EA0C0-369E-F625-3890-93B1CCBA722C}"/>
                    </a:ext>
                  </a:extLst>
                </p14:cNvPr>
                <p14:cNvContentPartPr/>
                <p14:nvPr/>
              </p14:nvContentPartPr>
              <p14:xfrm>
                <a:off x="2262887" y="1043829"/>
                <a:ext cx="117720" cy="9720"/>
              </p14:xfrm>
            </p:contentPart>
          </mc:Choice>
          <mc:Fallback xmlns="">
            <p:pic>
              <p:nvPicPr>
                <p:cNvPr id="116" name="インク 115">
                  <a:extLst>
                    <a:ext uri="{FF2B5EF4-FFF2-40B4-BE49-F238E27FC236}">
                      <a16:creationId xmlns:a16="http://schemas.microsoft.com/office/drawing/2014/main" id="{D58EA0C0-369E-F625-3890-93B1CCBA722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256767" y="1037709"/>
                  <a:ext cx="129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7" name="インク 116">
                  <a:extLst>
                    <a:ext uri="{FF2B5EF4-FFF2-40B4-BE49-F238E27FC236}">
                      <a16:creationId xmlns:a16="http://schemas.microsoft.com/office/drawing/2014/main" id="{6537447A-179B-709A-0B59-AB9EDB1E8007}"/>
                    </a:ext>
                  </a:extLst>
                </p14:cNvPr>
                <p14:cNvContentPartPr/>
                <p14:nvPr/>
              </p14:nvContentPartPr>
              <p14:xfrm>
                <a:off x="2235167" y="1153629"/>
                <a:ext cx="240840" cy="28440"/>
              </p14:xfrm>
            </p:contentPart>
          </mc:Choice>
          <mc:Fallback xmlns="">
            <p:pic>
              <p:nvPicPr>
                <p:cNvPr id="117" name="インク 116">
                  <a:extLst>
                    <a:ext uri="{FF2B5EF4-FFF2-40B4-BE49-F238E27FC236}">
                      <a16:creationId xmlns:a16="http://schemas.microsoft.com/office/drawing/2014/main" id="{6537447A-179B-709A-0B59-AB9EDB1E800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229047" y="1147509"/>
                  <a:ext cx="2530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18" name="インク 117">
                  <a:extLst>
                    <a:ext uri="{FF2B5EF4-FFF2-40B4-BE49-F238E27FC236}">
                      <a16:creationId xmlns:a16="http://schemas.microsoft.com/office/drawing/2014/main" id="{10EE6916-5143-8629-30A0-F59F053184CB}"/>
                    </a:ext>
                  </a:extLst>
                </p14:cNvPr>
                <p14:cNvContentPartPr/>
                <p14:nvPr/>
              </p14:nvContentPartPr>
              <p14:xfrm>
                <a:off x="2245967" y="978669"/>
                <a:ext cx="205920" cy="421560"/>
              </p14:xfrm>
            </p:contentPart>
          </mc:Choice>
          <mc:Fallback xmlns="">
            <p:pic>
              <p:nvPicPr>
                <p:cNvPr id="118" name="インク 117">
                  <a:extLst>
                    <a:ext uri="{FF2B5EF4-FFF2-40B4-BE49-F238E27FC236}">
                      <a16:creationId xmlns:a16="http://schemas.microsoft.com/office/drawing/2014/main" id="{10EE6916-5143-8629-30A0-F59F053184C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239847" y="972549"/>
                  <a:ext cx="21816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20" name="インク 119">
                  <a:extLst>
                    <a:ext uri="{FF2B5EF4-FFF2-40B4-BE49-F238E27FC236}">
                      <a16:creationId xmlns:a16="http://schemas.microsoft.com/office/drawing/2014/main" id="{826A380A-DEE7-C13E-F804-CE7FDDB16208}"/>
                    </a:ext>
                  </a:extLst>
                </p14:cNvPr>
                <p14:cNvContentPartPr/>
                <p14:nvPr/>
              </p14:nvContentPartPr>
              <p14:xfrm>
                <a:off x="2493647" y="1025109"/>
                <a:ext cx="289800" cy="334800"/>
              </p14:xfrm>
            </p:contentPart>
          </mc:Choice>
          <mc:Fallback xmlns="">
            <p:pic>
              <p:nvPicPr>
                <p:cNvPr id="120" name="インク 119">
                  <a:extLst>
                    <a:ext uri="{FF2B5EF4-FFF2-40B4-BE49-F238E27FC236}">
                      <a16:creationId xmlns:a16="http://schemas.microsoft.com/office/drawing/2014/main" id="{826A380A-DEE7-C13E-F804-CE7FDDB1620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487527" y="1018989"/>
                  <a:ext cx="3020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21" name="インク 120">
                  <a:extLst>
                    <a:ext uri="{FF2B5EF4-FFF2-40B4-BE49-F238E27FC236}">
                      <a16:creationId xmlns:a16="http://schemas.microsoft.com/office/drawing/2014/main" id="{A1FB7873-D231-382D-76C5-8F443521B661}"/>
                    </a:ext>
                  </a:extLst>
                </p14:cNvPr>
                <p14:cNvContentPartPr/>
                <p14:nvPr/>
              </p14:nvContentPartPr>
              <p14:xfrm>
                <a:off x="2789207" y="941949"/>
                <a:ext cx="24840" cy="66960"/>
              </p14:xfrm>
            </p:contentPart>
          </mc:Choice>
          <mc:Fallback xmlns="">
            <p:pic>
              <p:nvPicPr>
                <p:cNvPr id="121" name="インク 120">
                  <a:extLst>
                    <a:ext uri="{FF2B5EF4-FFF2-40B4-BE49-F238E27FC236}">
                      <a16:creationId xmlns:a16="http://schemas.microsoft.com/office/drawing/2014/main" id="{A1FB7873-D231-382D-76C5-8F443521B66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783087" y="935829"/>
                  <a:ext cx="370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22" name="インク 121">
                  <a:extLst>
                    <a:ext uri="{FF2B5EF4-FFF2-40B4-BE49-F238E27FC236}">
                      <a16:creationId xmlns:a16="http://schemas.microsoft.com/office/drawing/2014/main" id="{AB719884-8358-8759-7B0C-D86FAA6BF46C}"/>
                    </a:ext>
                  </a:extLst>
                </p14:cNvPr>
                <p14:cNvContentPartPr/>
                <p14:nvPr/>
              </p14:nvContentPartPr>
              <p14:xfrm>
                <a:off x="2844647" y="905229"/>
                <a:ext cx="41040" cy="83880"/>
              </p14:xfrm>
            </p:contentPart>
          </mc:Choice>
          <mc:Fallback xmlns="">
            <p:pic>
              <p:nvPicPr>
                <p:cNvPr id="122" name="インク 121">
                  <a:extLst>
                    <a:ext uri="{FF2B5EF4-FFF2-40B4-BE49-F238E27FC236}">
                      <a16:creationId xmlns:a16="http://schemas.microsoft.com/office/drawing/2014/main" id="{AB719884-8358-8759-7B0C-D86FAA6BF46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838527" y="899109"/>
                  <a:ext cx="53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24" name="インク 123">
                  <a:extLst>
                    <a:ext uri="{FF2B5EF4-FFF2-40B4-BE49-F238E27FC236}">
                      <a16:creationId xmlns:a16="http://schemas.microsoft.com/office/drawing/2014/main" id="{42139423-E236-72EA-F52C-3B14C8680D07}"/>
                    </a:ext>
                  </a:extLst>
                </p14:cNvPr>
                <p14:cNvContentPartPr/>
                <p14:nvPr/>
              </p14:nvContentPartPr>
              <p14:xfrm>
                <a:off x="2982527" y="988389"/>
                <a:ext cx="360360" cy="292680"/>
              </p14:xfrm>
            </p:contentPart>
          </mc:Choice>
          <mc:Fallback xmlns="">
            <p:pic>
              <p:nvPicPr>
                <p:cNvPr id="124" name="インク 123">
                  <a:extLst>
                    <a:ext uri="{FF2B5EF4-FFF2-40B4-BE49-F238E27FC236}">
                      <a16:creationId xmlns:a16="http://schemas.microsoft.com/office/drawing/2014/main" id="{42139423-E236-72EA-F52C-3B14C8680D0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976407" y="982269"/>
                  <a:ext cx="3726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25" name="インク 124">
                  <a:extLst>
                    <a:ext uri="{FF2B5EF4-FFF2-40B4-BE49-F238E27FC236}">
                      <a16:creationId xmlns:a16="http://schemas.microsoft.com/office/drawing/2014/main" id="{73722D36-08E9-A5EC-2BC8-91B8096D7AD1}"/>
                    </a:ext>
                  </a:extLst>
                </p14:cNvPr>
                <p14:cNvContentPartPr/>
                <p14:nvPr/>
              </p14:nvContentPartPr>
              <p14:xfrm>
                <a:off x="3482207" y="877149"/>
                <a:ext cx="34200" cy="27360"/>
              </p14:xfrm>
            </p:contentPart>
          </mc:Choice>
          <mc:Fallback xmlns="">
            <p:pic>
              <p:nvPicPr>
                <p:cNvPr id="125" name="インク 124">
                  <a:extLst>
                    <a:ext uri="{FF2B5EF4-FFF2-40B4-BE49-F238E27FC236}">
                      <a16:creationId xmlns:a16="http://schemas.microsoft.com/office/drawing/2014/main" id="{73722D36-08E9-A5EC-2BC8-91B8096D7AD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476087" y="871029"/>
                  <a:ext cx="46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26" name="インク 125">
                  <a:extLst>
                    <a:ext uri="{FF2B5EF4-FFF2-40B4-BE49-F238E27FC236}">
                      <a16:creationId xmlns:a16="http://schemas.microsoft.com/office/drawing/2014/main" id="{111351C1-84A0-40FE-B67A-1C9BE48A362C}"/>
                    </a:ext>
                  </a:extLst>
                </p14:cNvPr>
                <p14:cNvContentPartPr/>
                <p14:nvPr/>
              </p14:nvContentPartPr>
              <p14:xfrm>
                <a:off x="3408047" y="988029"/>
                <a:ext cx="37080" cy="61920"/>
              </p14:xfrm>
            </p:contentPart>
          </mc:Choice>
          <mc:Fallback xmlns="">
            <p:pic>
              <p:nvPicPr>
                <p:cNvPr id="126" name="インク 125">
                  <a:extLst>
                    <a:ext uri="{FF2B5EF4-FFF2-40B4-BE49-F238E27FC236}">
                      <a16:creationId xmlns:a16="http://schemas.microsoft.com/office/drawing/2014/main" id="{111351C1-84A0-40FE-B67A-1C9BE48A362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401927" y="981909"/>
                  <a:ext cx="493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27" name="インク 126">
                  <a:extLst>
                    <a:ext uri="{FF2B5EF4-FFF2-40B4-BE49-F238E27FC236}">
                      <a16:creationId xmlns:a16="http://schemas.microsoft.com/office/drawing/2014/main" id="{96969D1C-96C5-94F3-7C62-5663CF7B26B0}"/>
                    </a:ext>
                  </a:extLst>
                </p14:cNvPr>
                <p14:cNvContentPartPr/>
                <p14:nvPr/>
              </p14:nvContentPartPr>
              <p14:xfrm>
                <a:off x="3463487" y="1120869"/>
                <a:ext cx="29880" cy="43200"/>
              </p14:xfrm>
            </p:contentPart>
          </mc:Choice>
          <mc:Fallback xmlns="">
            <p:pic>
              <p:nvPicPr>
                <p:cNvPr id="127" name="インク 126">
                  <a:extLst>
                    <a:ext uri="{FF2B5EF4-FFF2-40B4-BE49-F238E27FC236}">
                      <a16:creationId xmlns:a16="http://schemas.microsoft.com/office/drawing/2014/main" id="{96969D1C-96C5-94F3-7C62-5663CF7B26B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457367" y="1114749"/>
                  <a:ext cx="421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29" name="インク 128">
                  <a:extLst>
                    <a:ext uri="{FF2B5EF4-FFF2-40B4-BE49-F238E27FC236}">
                      <a16:creationId xmlns:a16="http://schemas.microsoft.com/office/drawing/2014/main" id="{40302BF9-0F9F-034A-D9B7-B864316AC805}"/>
                    </a:ext>
                  </a:extLst>
                </p14:cNvPr>
                <p14:cNvContentPartPr/>
                <p14:nvPr/>
              </p14:nvContentPartPr>
              <p14:xfrm>
                <a:off x="3573647" y="831069"/>
                <a:ext cx="121320" cy="240840"/>
              </p14:xfrm>
            </p:contentPart>
          </mc:Choice>
          <mc:Fallback xmlns="">
            <p:pic>
              <p:nvPicPr>
                <p:cNvPr id="129" name="インク 128">
                  <a:extLst>
                    <a:ext uri="{FF2B5EF4-FFF2-40B4-BE49-F238E27FC236}">
                      <a16:creationId xmlns:a16="http://schemas.microsoft.com/office/drawing/2014/main" id="{40302BF9-0F9F-034A-D9B7-B864316AC80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567527" y="824949"/>
                  <a:ext cx="1335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35" name="インク 134">
                  <a:extLst>
                    <a:ext uri="{FF2B5EF4-FFF2-40B4-BE49-F238E27FC236}">
                      <a16:creationId xmlns:a16="http://schemas.microsoft.com/office/drawing/2014/main" id="{C8EBD3B5-38B3-D37E-720B-478F47617140}"/>
                    </a:ext>
                  </a:extLst>
                </p14:cNvPr>
                <p14:cNvContentPartPr/>
                <p14:nvPr/>
              </p14:nvContentPartPr>
              <p14:xfrm>
                <a:off x="3592727" y="905229"/>
                <a:ext cx="278280" cy="27720"/>
              </p14:xfrm>
            </p:contentPart>
          </mc:Choice>
          <mc:Fallback xmlns="">
            <p:pic>
              <p:nvPicPr>
                <p:cNvPr id="135" name="インク 134">
                  <a:extLst>
                    <a:ext uri="{FF2B5EF4-FFF2-40B4-BE49-F238E27FC236}">
                      <a16:creationId xmlns:a16="http://schemas.microsoft.com/office/drawing/2014/main" id="{C8EBD3B5-38B3-D37E-720B-478F4761714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586607" y="899109"/>
                  <a:ext cx="290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37" name="インク 136">
                  <a:extLst>
                    <a:ext uri="{FF2B5EF4-FFF2-40B4-BE49-F238E27FC236}">
                      <a16:creationId xmlns:a16="http://schemas.microsoft.com/office/drawing/2014/main" id="{B6D7AAD2-5D98-9C84-E1E0-9B7E9EFD37D2}"/>
                    </a:ext>
                  </a:extLst>
                </p14:cNvPr>
                <p14:cNvContentPartPr/>
                <p14:nvPr/>
              </p14:nvContentPartPr>
              <p14:xfrm>
                <a:off x="3583727" y="971469"/>
                <a:ext cx="205200" cy="17280"/>
              </p14:xfrm>
            </p:contentPart>
          </mc:Choice>
          <mc:Fallback xmlns="">
            <p:pic>
              <p:nvPicPr>
                <p:cNvPr id="137" name="インク 136">
                  <a:extLst>
                    <a:ext uri="{FF2B5EF4-FFF2-40B4-BE49-F238E27FC236}">
                      <a16:creationId xmlns:a16="http://schemas.microsoft.com/office/drawing/2014/main" id="{B6D7AAD2-5D98-9C84-E1E0-9B7E9EFD37D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577607" y="965349"/>
                  <a:ext cx="2174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38" name="インク 137">
                  <a:extLst>
                    <a:ext uri="{FF2B5EF4-FFF2-40B4-BE49-F238E27FC236}">
                      <a16:creationId xmlns:a16="http://schemas.microsoft.com/office/drawing/2014/main" id="{0D2D6D1D-D1D3-D367-05FA-17ED67830BCF}"/>
                    </a:ext>
                  </a:extLst>
                </p14:cNvPr>
                <p14:cNvContentPartPr/>
                <p14:nvPr/>
              </p14:nvContentPartPr>
              <p14:xfrm>
                <a:off x="3602087" y="1034109"/>
                <a:ext cx="309960" cy="360"/>
              </p14:xfrm>
            </p:contentPart>
          </mc:Choice>
          <mc:Fallback xmlns="">
            <p:pic>
              <p:nvPicPr>
                <p:cNvPr id="138" name="インク 137">
                  <a:extLst>
                    <a:ext uri="{FF2B5EF4-FFF2-40B4-BE49-F238E27FC236}">
                      <a16:creationId xmlns:a16="http://schemas.microsoft.com/office/drawing/2014/main" id="{0D2D6D1D-D1D3-D367-05FA-17ED67830BC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595967" y="1027989"/>
                  <a:ext cx="322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39" name="インク 138">
                  <a:extLst>
                    <a:ext uri="{FF2B5EF4-FFF2-40B4-BE49-F238E27FC236}">
                      <a16:creationId xmlns:a16="http://schemas.microsoft.com/office/drawing/2014/main" id="{6E0ADAB0-71BF-747E-96C2-2568B78CD273}"/>
                    </a:ext>
                  </a:extLst>
                </p14:cNvPr>
                <p14:cNvContentPartPr/>
                <p14:nvPr/>
              </p14:nvContentPartPr>
              <p14:xfrm>
                <a:off x="3602087" y="1071189"/>
                <a:ext cx="244440" cy="360"/>
              </p14:xfrm>
            </p:contentPart>
          </mc:Choice>
          <mc:Fallback xmlns="">
            <p:pic>
              <p:nvPicPr>
                <p:cNvPr id="139" name="インク 138">
                  <a:extLst>
                    <a:ext uri="{FF2B5EF4-FFF2-40B4-BE49-F238E27FC236}">
                      <a16:creationId xmlns:a16="http://schemas.microsoft.com/office/drawing/2014/main" id="{6E0ADAB0-71BF-747E-96C2-2568B78CD27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595967" y="1065069"/>
                  <a:ext cx="256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40" name="インク 139">
                  <a:extLst>
                    <a:ext uri="{FF2B5EF4-FFF2-40B4-BE49-F238E27FC236}">
                      <a16:creationId xmlns:a16="http://schemas.microsoft.com/office/drawing/2014/main" id="{1348C43D-B70E-C274-A609-9421FA22B489}"/>
                    </a:ext>
                  </a:extLst>
                </p14:cNvPr>
                <p14:cNvContentPartPr/>
                <p14:nvPr/>
              </p14:nvContentPartPr>
              <p14:xfrm>
                <a:off x="3684887" y="868149"/>
                <a:ext cx="102240" cy="212400"/>
              </p14:xfrm>
            </p:contentPart>
          </mc:Choice>
          <mc:Fallback xmlns="">
            <p:pic>
              <p:nvPicPr>
                <p:cNvPr id="140" name="インク 139">
                  <a:extLst>
                    <a:ext uri="{FF2B5EF4-FFF2-40B4-BE49-F238E27FC236}">
                      <a16:creationId xmlns:a16="http://schemas.microsoft.com/office/drawing/2014/main" id="{1348C43D-B70E-C274-A609-9421FA22B48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678767" y="862029"/>
                  <a:ext cx="1144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41" name="インク 140">
                  <a:extLst>
                    <a:ext uri="{FF2B5EF4-FFF2-40B4-BE49-F238E27FC236}">
                      <a16:creationId xmlns:a16="http://schemas.microsoft.com/office/drawing/2014/main" id="{60942DCB-859E-5B94-D224-FF314B48E6F2}"/>
                    </a:ext>
                  </a:extLst>
                </p14:cNvPr>
                <p14:cNvContentPartPr/>
                <p14:nvPr/>
              </p14:nvContentPartPr>
              <p14:xfrm>
                <a:off x="3491207" y="1163709"/>
                <a:ext cx="323640" cy="360"/>
              </p14:xfrm>
            </p:contentPart>
          </mc:Choice>
          <mc:Fallback xmlns="">
            <p:pic>
              <p:nvPicPr>
                <p:cNvPr id="141" name="インク 140">
                  <a:extLst>
                    <a:ext uri="{FF2B5EF4-FFF2-40B4-BE49-F238E27FC236}">
                      <a16:creationId xmlns:a16="http://schemas.microsoft.com/office/drawing/2014/main" id="{60942DCB-859E-5B94-D224-FF314B48E6F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485087" y="1157589"/>
                  <a:ext cx="3358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43" name="インク 142">
                  <a:extLst>
                    <a:ext uri="{FF2B5EF4-FFF2-40B4-BE49-F238E27FC236}">
                      <a16:creationId xmlns:a16="http://schemas.microsoft.com/office/drawing/2014/main" id="{DCAE02BC-6E34-B3E7-BE01-2DA304679B32}"/>
                    </a:ext>
                  </a:extLst>
                </p14:cNvPr>
                <p14:cNvContentPartPr/>
                <p14:nvPr/>
              </p14:nvContentPartPr>
              <p14:xfrm>
                <a:off x="3666527" y="1080189"/>
                <a:ext cx="28080" cy="277200"/>
              </p14:xfrm>
            </p:contentPart>
          </mc:Choice>
          <mc:Fallback xmlns="">
            <p:pic>
              <p:nvPicPr>
                <p:cNvPr id="143" name="インク 142">
                  <a:extLst>
                    <a:ext uri="{FF2B5EF4-FFF2-40B4-BE49-F238E27FC236}">
                      <a16:creationId xmlns:a16="http://schemas.microsoft.com/office/drawing/2014/main" id="{DCAE02BC-6E34-B3E7-BE01-2DA304679B3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660407" y="1074069"/>
                  <a:ext cx="403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44" name="インク 143">
                  <a:extLst>
                    <a:ext uri="{FF2B5EF4-FFF2-40B4-BE49-F238E27FC236}">
                      <a16:creationId xmlns:a16="http://schemas.microsoft.com/office/drawing/2014/main" id="{8B230665-F07E-B78F-5A20-58D5496F3259}"/>
                    </a:ext>
                  </a:extLst>
                </p14:cNvPr>
                <p14:cNvContentPartPr/>
                <p14:nvPr/>
              </p14:nvContentPartPr>
              <p14:xfrm>
                <a:off x="3929687" y="756909"/>
                <a:ext cx="116280" cy="255240"/>
              </p14:xfrm>
            </p:contentPart>
          </mc:Choice>
          <mc:Fallback xmlns="">
            <p:pic>
              <p:nvPicPr>
                <p:cNvPr id="144" name="インク 143">
                  <a:extLst>
                    <a:ext uri="{FF2B5EF4-FFF2-40B4-BE49-F238E27FC236}">
                      <a16:creationId xmlns:a16="http://schemas.microsoft.com/office/drawing/2014/main" id="{8B230665-F07E-B78F-5A20-58D5496F325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923567" y="750789"/>
                  <a:ext cx="1285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45" name="インク 144">
                  <a:extLst>
                    <a:ext uri="{FF2B5EF4-FFF2-40B4-BE49-F238E27FC236}">
                      <a16:creationId xmlns:a16="http://schemas.microsoft.com/office/drawing/2014/main" id="{F8126F1E-1330-288D-AAA6-1BAB85CEA928}"/>
                    </a:ext>
                  </a:extLst>
                </p14:cNvPr>
                <p14:cNvContentPartPr/>
                <p14:nvPr/>
              </p14:nvContentPartPr>
              <p14:xfrm>
                <a:off x="4016807" y="941949"/>
                <a:ext cx="28080" cy="452880"/>
              </p14:xfrm>
            </p:contentPart>
          </mc:Choice>
          <mc:Fallback xmlns="">
            <p:pic>
              <p:nvPicPr>
                <p:cNvPr id="145" name="インク 144">
                  <a:extLst>
                    <a:ext uri="{FF2B5EF4-FFF2-40B4-BE49-F238E27FC236}">
                      <a16:creationId xmlns:a16="http://schemas.microsoft.com/office/drawing/2014/main" id="{F8126F1E-1330-288D-AAA6-1BAB85CEA92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010687" y="935829"/>
                  <a:ext cx="4032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46" name="インク 145">
                  <a:extLst>
                    <a:ext uri="{FF2B5EF4-FFF2-40B4-BE49-F238E27FC236}">
                      <a16:creationId xmlns:a16="http://schemas.microsoft.com/office/drawing/2014/main" id="{A9AA9775-12FC-F017-237B-83D9B1F29910}"/>
                    </a:ext>
                  </a:extLst>
                </p14:cNvPr>
                <p14:cNvContentPartPr/>
                <p14:nvPr/>
              </p14:nvContentPartPr>
              <p14:xfrm>
                <a:off x="4119047" y="822429"/>
                <a:ext cx="287640" cy="46080"/>
              </p14:xfrm>
            </p:contentPart>
          </mc:Choice>
          <mc:Fallback xmlns="">
            <p:pic>
              <p:nvPicPr>
                <p:cNvPr id="146" name="インク 145">
                  <a:extLst>
                    <a:ext uri="{FF2B5EF4-FFF2-40B4-BE49-F238E27FC236}">
                      <a16:creationId xmlns:a16="http://schemas.microsoft.com/office/drawing/2014/main" id="{A9AA9775-12FC-F017-237B-83D9B1F2991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112927" y="816309"/>
                  <a:ext cx="2998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7" name="インク 146">
                  <a:extLst>
                    <a:ext uri="{FF2B5EF4-FFF2-40B4-BE49-F238E27FC236}">
                      <a16:creationId xmlns:a16="http://schemas.microsoft.com/office/drawing/2014/main" id="{1C31BF82-E62A-75C6-C8C5-8ADA0E2F5D77}"/>
                    </a:ext>
                  </a:extLst>
                </p14:cNvPr>
                <p14:cNvContentPartPr/>
                <p14:nvPr/>
              </p14:nvContentPartPr>
              <p14:xfrm>
                <a:off x="4248647" y="822069"/>
                <a:ext cx="9360" cy="118800"/>
              </p14:xfrm>
            </p:contentPart>
          </mc:Choice>
          <mc:Fallback xmlns="">
            <p:pic>
              <p:nvPicPr>
                <p:cNvPr id="147" name="インク 146">
                  <a:extLst>
                    <a:ext uri="{FF2B5EF4-FFF2-40B4-BE49-F238E27FC236}">
                      <a16:creationId xmlns:a16="http://schemas.microsoft.com/office/drawing/2014/main" id="{1C31BF82-E62A-75C6-C8C5-8ADA0E2F5D7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242527" y="815949"/>
                  <a:ext cx="216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48" name="インク 147">
                  <a:extLst>
                    <a:ext uri="{FF2B5EF4-FFF2-40B4-BE49-F238E27FC236}">
                      <a16:creationId xmlns:a16="http://schemas.microsoft.com/office/drawing/2014/main" id="{7F68CE57-3A89-1D4C-C951-1D4D901BDB14}"/>
                    </a:ext>
                  </a:extLst>
                </p14:cNvPr>
                <p14:cNvContentPartPr/>
                <p14:nvPr/>
              </p14:nvContentPartPr>
              <p14:xfrm>
                <a:off x="4335407" y="766629"/>
                <a:ext cx="5760" cy="181080"/>
              </p14:xfrm>
            </p:contentPart>
          </mc:Choice>
          <mc:Fallback xmlns="">
            <p:pic>
              <p:nvPicPr>
                <p:cNvPr id="148" name="インク 147">
                  <a:extLst>
                    <a:ext uri="{FF2B5EF4-FFF2-40B4-BE49-F238E27FC236}">
                      <a16:creationId xmlns:a16="http://schemas.microsoft.com/office/drawing/2014/main" id="{7F68CE57-3A89-1D4C-C951-1D4D901BDB1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329287" y="760509"/>
                  <a:ext cx="18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9" name="インク 148">
                  <a:extLst>
                    <a:ext uri="{FF2B5EF4-FFF2-40B4-BE49-F238E27FC236}">
                      <a16:creationId xmlns:a16="http://schemas.microsoft.com/office/drawing/2014/main" id="{EDA1B0EA-0244-8728-3BBC-3D227C2F778C}"/>
                    </a:ext>
                  </a:extLst>
                </p14:cNvPr>
                <p14:cNvContentPartPr/>
                <p14:nvPr/>
              </p14:nvContentPartPr>
              <p14:xfrm>
                <a:off x="4119047" y="975429"/>
                <a:ext cx="321480" cy="13320"/>
              </p14:xfrm>
            </p:contentPart>
          </mc:Choice>
          <mc:Fallback xmlns="">
            <p:pic>
              <p:nvPicPr>
                <p:cNvPr id="149" name="インク 148">
                  <a:extLst>
                    <a:ext uri="{FF2B5EF4-FFF2-40B4-BE49-F238E27FC236}">
                      <a16:creationId xmlns:a16="http://schemas.microsoft.com/office/drawing/2014/main" id="{EDA1B0EA-0244-8728-3BBC-3D227C2F778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112927" y="969309"/>
                  <a:ext cx="3337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50" name="インク 149">
                  <a:extLst>
                    <a:ext uri="{FF2B5EF4-FFF2-40B4-BE49-F238E27FC236}">
                      <a16:creationId xmlns:a16="http://schemas.microsoft.com/office/drawing/2014/main" id="{E261E031-71BB-A919-F003-01C68A70920C}"/>
                    </a:ext>
                  </a:extLst>
                </p14:cNvPr>
                <p14:cNvContentPartPr/>
                <p14:nvPr/>
              </p14:nvContentPartPr>
              <p14:xfrm>
                <a:off x="4044887" y="988029"/>
                <a:ext cx="222840" cy="272160"/>
              </p14:xfrm>
            </p:contentPart>
          </mc:Choice>
          <mc:Fallback xmlns="">
            <p:pic>
              <p:nvPicPr>
                <p:cNvPr id="150" name="インク 149">
                  <a:extLst>
                    <a:ext uri="{FF2B5EF4-FFF2-40B4-BE49-F238E27FC236}">
                      <a16:creationId xmlns:a16="http://schemas.microsoft.com/office/drawing/2014/main" id="{E261E031-71BB-A919-F003-01C68A70920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038767" y="981909"/>
                  <a:ext cx="2350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52" name="インク 151">
                  <a:extLst>
                    <a:ext uri="{FF2B5EF4-FFF2-40B4-BE49-F238E27FC236}">
                      <a16:creationId xmlns:a16="http://schemas.microsoft.com/office/drawing/2014/main" id="{FE0DBE23-0FDA-A19E-844B-11BDF93A691F}"/>
                    </a:ext>
                  </a:extLst>
                </p14:cNvPr>
                <p14:cNvContentPartPr/>
                <p14:nvPr/>
              </p14:nvContentPartPr>
              <p14:xfrm>
                <a:off x="4248647" y="1108269"/>
                <a:ext cx="360" cy="204120"/>
              </p14:xfrm>
            </p:contentPart>
          </mc:Choice>
          <mc:Fallback xmlns="">
            <p:pic>
              <p:nvPicPr>
                <p:cNvPr id="152" name="インク 151">
                  <a:extLst>
                    <a:ext uri="{FF2B5EF4-FFF2-40B4-BE49-F238E27FC236}">
                      <a16:creationId xmlns:a16="http://schemas.microsoft.com/office/drawing/2014/main" id="{FE0DBE23-0FDA-A19E-844B-11BDF93A691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242527" y="1102149"/>
                  <a:ext cx="12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53" name="インク 152">
                  <a:extLst>
                    <a:ext uri="{FF2B5EF4-FFF2-40B4-BE49-F238E27FC236}">
                      <a16:creationId xmlns:a16="http://schemas.microsoft.com/office/drawing/2014/main" id="{2684F80E-9115-13F9-1C62-0E9DF7E54918}"/>
                    </a:ext>
                  </a:extLst>
                </p14:cNvPr>
                <p14:cNvContentPartPr/>
                <p14:nvPr/>
              </p14:nvContentPartPr>
              <p14:xfrm>
                <a:off x="4257647" y="1045269"/>
                <a:ext cx="185400" cy="285120"/>
              </p14:xfrm>
            </p:contentPart>
          </mc:Choice>
          <mc:Fallback xmlns="">
            <p:pic>
              <p:nvPicPr>
                <p:cNvPr id="153" name="インク 152">
                  <a:extLst>
                    <a:ext uri="{FF2B5EF4-FFF2-40B4-BE49-F238E27FC236}">
                      <a16:creationId xmlns:a16="http://schemas.microsoft.com/office/drawing/2014/main" id="{2684F80E-9115-13F9-1C62-0E9DF7E5491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251527" y="1039149"/>
                  <a:ext cx="1976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55" name="インク 154">
                  <a:extLst>
                    <a:ext uri="{FF2B5EF4-FFF2-40B4-BE49-F238E27FC236}">
                      <a16:creationId xmlns:a16="http://schemas.microsoft.com/office/drawing/2014/main" id="{F465FF01-A8BC-54FB-AC8C-FD2BD7E594C1}"/>
                    </a:ext>
                  </a:extLst>
                </p14:cNvPr>
                <p14:cNvContentPartPr/>
                <p14:nvPr/>
              </p14:nvContentPartPr>
              <p14:xfrm>
                <a:off x="4257647" y="1108269"/>
                <a:ext cx="110880" cy="92520"/>
              </p14:xfrm>
            </p:contentPart>
          </mc:Choice>
          <mc:Fallback xmlns="">
            <p:pic>
              <p:nvPicPr>
                <p:cNvPr id="155" name="インク 154">
                  <a:extLst>
                    <a:ext uri="{FF2B5EF4-FFF2-40B4-BE49-F238E27FC236}">
                      <a16:creationId xmlns:a16="http://schemas.microsoft.com/office/drawing/2014/main" id="{F465FF01-A8BC-54FB-AC8C-FD2BD7E594C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251527" y="1102149"/>
                  <a:ext cx="1231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57" name="インク 156">
                  <a:extLst>
                    <a:ext uri="{FF2B5EF4-FFF2-40B4-BE49-F238E27FC236}">
                      <a16:creationId xmlns:a16="http://schemas.microsoft.com/office/drawing/2014/main" id="{B895C9A1-E03A-B839-1113-62C7B9C6CE0A}"/>
                    </a:ext>
                  </a:extLst>
                </p14:cNvPr>
                <p14:cNvContentPartPr/>
                <p14:nvPr/>
              </p14:nvContentPartPr>
              <p14:xfrm>
                <a:off x="4285367" y="1167309"/>
                <a:ext cx="94680" cy="79920"/>
              </p14:xfrm>
            </p:contentPart>
          </mc:Choice>
          <mc:Fallback xmlns="">
            <p:pic>
              <p:nvPicPr>
                <p:cNvPr id="157" name="インク 156">
                  <a:extLst>
                    <a:ext uri="{FF2B5EF4-FFF2-40B4-BE49-F238E27FC236}">
                      <a16:creationId xmlns:a16="http://schemas.microsoft.com/office/drawing/2014/main" id="{B895C9A1-E03A-B839-1113-62C7B9C6CE0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279247" y="1161189"/>
                  <a:ext cx="1069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58" name="インク 157">
                  <a:extLst>
                    <a:ext uri="{FF2B5EF4-FFF2-40B4-BE49-F238E27FC236}">
                      <a16:creationId xmlns:a16="http://schemas.microsoft.com/office/drawing/2014/main" id="{C93F4D53-F3D9-B841-6339-6BA9ACDE16D4}"/>
                    </a:ext>
                  </a:extLst>
                </p14:cNvPr>
                <p14:cNvContentPartPr/>
                <p14:nvPr/>
              </p14:nvContentPartPr>
              <p14:xfrm>
                <a:off x="4322447" y="1098909"/>
                <a:ext cx="10080" cy="221040"/>
              </p14:xfrm>
            </p:contentPart>
          </mc:Choice>
          <mc:Fallback xmlns="">
            <p:pic>
              <p:nvPicPr>
                <p:cNvPr id="158" name="インク 157">
                  <a:extLst>
                    <a:ext uri="{FF2B5EF4-FFF2-40B4-BE49-F238E27FC236}">
                      <a16:creationId xmlns:a16="http://schemas.microsoft.com/office/drawing/2014/main" id="{C93F4D53-F3D9-B841-6339-6BA9ACDE16D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316327" y="1092789"/>
                  <a:ext cx="223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70" name="インク 169">
                  <a:extLst>
                    <a:ext uri="{FF2B5EF4-FFF2-40B4-BE49-F238E27FC236}">
                      <a16:creationId xmlns:a16="http://schemas.microsoft.com/office/drawing/2014/main" id="{8B046E78-76E6-7A2A-934B-DF6C96E252BE}"/>
                    </a:ext>
                  </a:extLst>
                </p14:cNvPr>
                <p14:cNvContentPartPr/>
                <p14:nvPr/>
              </p14:nvContentPartPr>
              <p14:xfrm>
                <a:off x="4543847" y="755109"/>
                <a:ext cx="341640" cy="276840"/>
              </p14:xfrm>
            </p:contentPart>
          </mc:Choice>
          <mc:Fallback xmlns="">
            <p:pic>
              <p:nvPicPr>
                <p:cNvPr id="170" name="インク 169">
                  <a:extLst>
                    <a:ext uri="{FF2B5EF4-FFF2-40B4-BE49-F238E27FC236}">
                      <a16:creationId xmlns:a16="http://schemas.microsoft.com/office/drawing/2014/main" id="{8B046E78-76E6-7A2A-934B-DF6C96E252B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537727" y="748989"/>
                  <a:ext cx="3538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71" name="インク 170">
                  <a:extLst>
                    <a:ext uri="{FF2B5EF4-FFF2-40B4-BE49-F238E27FC236}">
                      <a16:creationId xmlns:a16="http://schemas.microsoft.com/office/drawing/2014/main" id="{A1BFD24D-6D8D-F47F-0F31-D309806E9C8B}"/>
                    </a:ext>
                  </a:extLst>
                </p14:cNvPr>
                <p14:cNvContentPartPr/>
                <p14:nvPr/>
              </p14:nvContentPartPr>
              <p14:xfrm>
                <a:off x="4664087" y="960309"/>
                <a:ext cx="188280" cy="219600"/>
              </p14:xfrm>
            </p:contentPart>
          </mc:Choice>
          <mc:Fallback xmlns="">
            <p:pic>
              <p:nvPicPr>
                <p:cNvPr id="171" name="インク 170">
                  <a:extLst>
                    <a:ext uri="{FF2B5EF4-FFF2-40B4-BE49-F238E27FC236}">
                      <a16:creationId xmlns:a16="http://schemas.microsoft.com/office/drawing/2014/main" id="{A1BFD24D-6D8D-F47F-0F31-D309806E9C8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657967" y="954189"/>
                  <a:ext cx="2005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72" name="インク 171">
                  <a:extLst>
                    <a:ext uri="{FF2B5EF4-FFF2-40B4-BE49-F238E27FC236}">
                      <a16:creationId xmlns:a16="http://schemas.microsoft.com/office/drawing/2014/main" id="{101AB252-5AF5-96B7-65DC-621664EFB164}"/>
                    </a:ext>
                  </a:extLst>
                </p14:cNvPr>
                <p14:cNvContentPartPr/>
                <p14:nvPr/>
              </p14:nvContentPartPr>
              <p14:xfrm>
                <a:off x="5107607" y="1025109"/>
                <a:ext cx="19800" cy="138960"/>
              </p14:xfrm>
            </p:contentPart>
          </mc:Choice>
          <mc:Fallback xmlns="">
            <p:pic>
              <p:nvPicPr>
                <p:cNvPr id="172" name="インク 171">
                  <a:extLst>
                    <a:ext uri="{FF2B5EF4-FFF2-40B4-BE49-F238E27FC236}">
                      <a16:creationId xmlns:a16="http://schemas.microsoft.com/office/drawing/2014/main" id="{101AB252-5AF5-96B7-65DC-621664EFB16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101487" y="1018989"/>
                  <a:ext cx="320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73" name="インク 172">
                  <a:extLst>
                    <a:ext uri="{FF2B5EF4-FFF2-40B4-BE49-F238E27FC236}">
                      <a16:creationId xmlns:a16="http://schemas.microsoft.com/office/drawing/2014/main" id="{78353E8B-57AD-CAA9-6A4E-0BFA664BDB27}"/>
                    </a:ext>
                  </a:extLst>
                </p14:cNvPr>
                <p14:cNvContentPartPr/>
                <p14:nvPr/>
              </p14:nvContentPartPr>
              <p14:xfrm>
                <a:off x="5015447" y="1034109"/>
                <a:ext cx="26640" cy="175320"/>
              </p14:xfrm>
            </p:contentPart>
          </mc:Choice>
          <mc:Fallback xmlns="">
            <p:pic>
              <p:nvPicPr>
                <p:cNvPr id="173" name="インク 172">
                  <a:extLst>
                    <a:ext uri="{FF2B5EF4-FFF2-40B4-BE49-F238E27FC236}">
                      <a16:creationId xmlns:a16="http://schemas.microsoft.com/office/drawing/2014/main" id="{78353E8B-57AD-CAA9-6A4E-0BFA664BDB2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009327" y="1027989"/>
                  <a:ext cx="38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74" name="インク 173">
                  <a:extLst>
                    <a:ext uri="{FF2B5EF4-FFF2-40B4-BE49-F238E27FC236}">
                      <a16:creationId xmlns:a16="http://schemas.microsoft.com/office/drawing/2014/main" id="{432EB63E-F77F-B97E-CDA4-8C6256E01B8A}"/>
                    </a:ext>
                  </a:extLst>
                </p14:cNvPr>
                <p14:cNvContentPartPr/>
                <p14:nvPr/>
              </p14:nvContentPartPr>
              <p14:xfrm>
                <a:off x="5137487" y="1043829"/>
                <a:ext cx="109080" cy="254160"/>
              </p14:xfrm>
            </p:contentPart>
          </mc:Choice>
          <mc:Fallback xmlns="">
            <p:pic>
              <p:nvPicPr>
                <p:cNvPr id="174" name="インク 173">
                  <a:extLst>
                    <a:ext uri="{FF2B5EF4-FFF2-40B4-BE49-F238E27FC236}">
                      <a16:creationId xmlns:a16="http://schemas.microsoft.com/office/drawing/2014/main" id="{432EB63E-F77F-B97E-CDA4-8C6256E01B8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131367" y="1037709"/>
                  <a:ext cx="1213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76" name="インク 175">
                  <a:extLst>
                    <a:ext uri="{FF2B5EF4-FFF2-40B4-BE49-F238E27FC236}">
                      <a16:creationId xmlns:a16="http://schemas.microsoft.com/office/drawing/2014/main" id="{FA0952BA-25A5-9876-BF0F-A4D1D28D2E82}"/>
                    </a:ext>
                  </a:extLst>
                </p14:cNvPr>
                <p14:cNvContentPartPr/>
                <p14:nvPr/>
              </p14:nvContentPartPr>
              <p14:xfrm>
                <a:off x="5384807" y="707949"/>
                <a:ext cx="316080" cy="432720"/>
              </p14:xfrm>
            </p:contentPart>
          </mc:Choice>
          <mc:Fallback xmlns="">
            <p:pic>
              <p:nvPicPr>
                <p:cNvPr id="176" name="インク 175">
                  <a:extLst>
                    <a:ext uri="{FF2B5EF4-FFF2-40B4-BE49-F238E27FC236}">
                      <a16:creationId xmlns:a16="http://schemas.microsoft.com/office/drawing/2014/main" id="{FA0952BA-25A5-9876-BF0F-A4D1D28D2E8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78687" y="701829"/>
                  <a:ext cx="32832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77" name="インク 176">
                  <a:extLst>
                    <a:ext uri="{FF2B5EF4-FFF2-40B4-BE49-F238E27FC236}">
                      <a16:creationId xmlns:a16="http://schemas.microsoft.com/office/drawing/2014/main" id="{3DB78C74-EDF6-5663-38CE-DC5501950285}"/>
                    </a:ext>
                  </a:extLst>
                </p14:cNvPr>
                <p14:cNvContentPartPr/>
                <p14:nvPr/>
              </p14:nvContentPartPr>
              <p14:xfrm>
                <a:off x="5750927" y="551709"/>
                <a:ext cx="96480" cy="196560"/>
              </p14:xfrm>
            </p:contentPart>
          </mc:Choice>
          <mc:Fallback xmlns="">
            <p:pic>
              <p:nvPicPr>
                <p:cNvPr id="177" name="インク 176">
                  <a:extLst>
                    <a:ext uri="{FF2B5EF4-FFF2-40B4-BE49-F238E27FC236}">
                      <a16:creationId xmlns:a16="http://schemas.microsoft.com/office/drawing/2014/main" id="{3DB78C74-EDF6-5663-38CE-DC550195028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744807" y="545589"/>
                  <a:ext cx="1087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17" name="インク 216">
                  <a:extLst>
                    <a:ext uri="{FF2B5EF4-FFF2-40B4-BE49-F238E27FC236}">
                      <a16:creationId xmlns:a16="http://schemas.microsoft.com/office/drawing/2014/main" id="{C4085977-F688-7E13-35E0-E3C4F15A2B52}"/>
                    </a:ext>
                  </a:extLst>
                </p14:cNvPr>
                <p14:cNvContentPartPr/>
                <p14:nvPr/>
              </p14:nvContentPartPr>
              <p14:xfrm>
                <a:off x="3768407" y="1467549"/>
                <a:ext cx="4093200" cy="909720"/>
              </p14:xfrm>
            </p:contentPart>
          </mc:Choice>
          <mc:Fallback xmlns="">
            <p:pic>
              <p:nvPicPr>
                <p:cNvPr id="217" name="インク 216">
                  <a:extLst>
                    <a:ext uri="{FF2B5EF4-FFF2-40B4-BE49-F238E27FC236}">
                      <a16:creationId xmlns:a16="http://schemas.microsoft.com/office/drawing/2014/main" id="{C4085977-F688-7E13-35E0-E3C4F15A2B5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762287" y="1461429"/>
                  <a:ext cx="4105440" cy="921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7AA6FD5-81E1-7D1D-1837-3B06146B1235}"/>
              </a:ext>
            </a:extLst>
          </p:cNvPr>
          <p:cNvSpPr txBox="1"/>
          <p:nvPr/>
        </p:nvSpPr>
        <p:spPr>
          <a:xfrm>
            <a:off x="4727757" y="496856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FF00"/>
                </a:solidFill>
              </a:rPr>
              <a:t>針山ゾーン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E1AB8A-E977-D74A-19AB-935C7AB29060}"/>
              </a:ext>
            </a:extLst>
          </p:cNvPr>
          <p:cNvSpPr txBox="1"/>
          <p:nvPr/>
        </p:nvSpPr>
        <p:spPr>
          <a:xfrm>
            <a:off x="6991927" y="404559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FF00"/>
                </a:solidFill>
              </a:rPr>
              <a:t>中ボス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955B166-322B-4489-E1DC-44BBB4ED5126}"/>
              </a:ext>
            </a:extLst>
          </p:cNvPr>
          <p:cNvSpPr txBox="1"/>
          <p:nvPr/>
        </p:nvSpPr>
        <p:spPr>
          <a:xfrm>
            <a:off x="3033570" y="61196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FF00"/>
                </a:solidFill>
              </a:rPr>
              <a:t>雑魚敵</a:t>
            </a: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A2E9EE79-9BFE-054F-5C64-F3DEAD6C3951}"/>
              </a:ext>
            </a:extLst>
          </p:cNvPr>
          <p:cNvGrpSpPr/>
          <p:nvPr/>
        </p:nvGrpSpPr>
        <p:grpSpPr>
          <a:xfrm>
            <a:off x="600407" y="4839669"/>
            <a:ext cx="785160" cy="657360"/>
            <a:chOff x="600407" y="4839669"/>
            <a:chExt cx="785160" cy="65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" name="インク 10">
                  <a:extLst>
                    <a:ext uri="{FF2B5EF4-FFF2-40B4-BE49-F238E27FC236}">
                      <a16:creationId xmlns:a16="http://schemas.microsoft.com/office/drawing/2014/main" id="{92E94B53-2777-CE71-A791-9C9FCB576397}"/>
                    </a:ext>
                  </a:extLst>
                </p14:cNvPr>
                <p14:cNvContentPartPr/>
                <p14:nvPr/>
              </p14:nvContentPartPr>
              <p14:xfrm>
                <a:off x="1052927" y="5421069"/>
                <a:ext cx="248760" cy="38160"/>
              </p14:xfrm>
            </p:contentPart>
          </mc:Choice>
          <mc:Fallback xmlns="">
            <p:pic>
              <p:nvPicPr>
                <p:cNvPr id="11" name="インク 10">
                  <a:extLst>
                    <a:ext uri="{FF2B5EF4-FFF2-40B4-BE49-F238E27FC236}">
                      <a16:creationId xmlns:a16="http://schemas.microsoft.com/office/drawing/2014/main" id="{92E94B53-2777-CE71-A791-9C9FCB57639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46807" y="5414949"/>
                  <a:ext cx="261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B5356BB8-7DAB-9992-65D7-88567E561E95}"/>
                    </a:ext>
                  </a:extLst>
                </p14:cNvPr>
                <p14:cNvContentPartPr/>
                <p14:nvPr/>
              </p14:nvContentPartPr>
              <p14:xfrm>
                <a:off x="778247" y="4839669"/>
                <a:ext cx="607320" cy="657360"/>
              </p14:xfrm>
            </p:contentPart>
          </mc:Choice>
          <mc:Fallback xmlns="">
            <p:pic>
              <p:nvPicPr>
                <p:cNvPr id="12" name="インク 11">
                  <a:extLst>
                    <a:ext uri="{FF2B5EF4-FFF2-40B4-BE49-F238E27FC236}">
                      <a16:creationId xmlns:a16="http://schemas.microsoft.com/office/drawing/2014/main" id="{B5356BB8-7DAB-9992-65D7-88567E561E9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72127" y="4833549"/>
                  <a:ext cx="61956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5" name="インク 14">
                  <a:extLst>
                    <a:ext uri="{FF2B5EF4-FFF2-40B4-BE49-F238E27FC236}">
                      <a16:creationId xmlns:a16="http://schemas.microsoft.com/office/drawing/2014/main" id="{F97CCB04-FE3B-4217-C43F-288E576C9588}"/>
                    </a:ext>
                  </a:extLst>
                </p14:cNvPr>
                <p14:cNvContentPartPr/>
                <p14:nvPr/>
              </p14:nvContentPartPr>
              <p14:xfrm>
                <a:off x="600407" y="4904109"/>
                <a:ext cx="765720" cy="519120"/>
              </p14:xfrm>
            </p:contentPart>
          </mc:Choice>
          <mc:Fallback xmlns="">
            <p:pic>
              <p:nvPicPr>
                <p:cNvPr id="15" name="インク 14">
                  <a:extLst>
                    <a:ext uri="{FF2B5EF4-FFF2-40B4-BE49-F238E27FC236}">
                      <a16:creationId xmlns:a16="http://schemas.microsoft.com/office/drawing/2014/main" id="{F97CCB04-FE3B-4217-C43F-288E576C958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94287" y="4897989"/>
                  <a:ext cx="777960" cy="531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B7971F9-5124-3345-CF94-0BF18171CA49}"/>
              </a:ext>
            </a:extLst>
          </p:cNvPr>
          <p:cNvSpPr txBox="1"/>
          <p:nvPr/>
        </p:nvSpPr>
        <p:spPr>
          <a:xfrm>
            <a:off x="1072807" y="5440219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dirty="0">
                <a:solidFill>
                  <a:srgbClr val="FFFF00"/>
                </a:solidFill>
              </a:rPr>
              <a:t>開始位置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00B13C4-5D55-A527-1B2C-20F43A6EC741}"/>
              </a:ext>
            </a:extLst>
          </p:cNvPr>
          <p:cNvSpPr txBox="1"/>
          <p:nvPr/>
        </p:nvSpPr>
        <p:spPr>
          <a:xfrm>
            <a:off x="2410691" y="4477617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 dirty="0">
                <a:solidFill>
                  <a:srgbClr val="FFFF00"/>
                </a:solidFill>
              </a:rPr>
              <a:t>武器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7F5E9B0-3140-B7B7-31EF-AC6B87E9484F}"/>
              </a:ext>
            </a:extLst>
          </p:cNvPr>
          <p:cNvSpPr txBox="1"/>
          <p:nvPr/>
        </p:nvSpPr>
        <p:spPr>
          <a:xfrm>
            <a:off x="3301745" y="42211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FF00"/>
                </a:solidFill>
              </a:rPr>
              <a:t>雑魚敵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FDCA1C9-2A94-D642-6D91-202D04146FBA}"/>
              </a:ext>
            </a:extLst>
          </p:cNvPr>
          <p:cNvSpPr txBox="1"/>
          <p:nvPr/>
        </p:nvSpPr>
        <p:spPr>
          <a:xfrm>
            <a:off x="2612924" y="5531439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rgbClr val="FFFF00"/>
                </a:solidFill>
              </a:rPr>
              <a:t>雑魚敵＆針山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38" name="インク 37">
                <a:extLst>
                  <a:ext uri="{FF2B5EF4-FFF2-40B4-BE49-F238E27FC236}">
                    <a16:creationId xmlns:a16="http://schemas.microsoft.com/office/drawing/2014/main" id="{A9F33682-DB81-20B9-6F24-AD1989D50877}"/>
                  </a:ext>
                </a:extLst>
              </p14:cNvPr>
              <p14:cNvContentPartPr/>
              <p14:nvPr/>
            </p14:nvContentPartPr>
            <p14:xfrm>
              <a:off x="6696287" y="3598389"/>
              <a:ext cx="298080" cy="609840"/>
            </p14:xfrm>
          </p:contentPart>
        </mc:Choice>
        <mc:Fallback xmlns="">
          <p:pic>
            <p:nvPicPr>
              <p:cNvPr id="38" name="インク 37">
                <a:extLst>
                  <a:ext uri="{FF2B5EF4-FFF2-40B4-BE49-F238E27FC236}">
                    <a16:creationId xmlns:a16="http://schemas.microsoft.com/office/drawing/2014/main" id="{A9F33682-DB81-20B9-6F24-AD1989D50877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6642287" y="3490749"/>
                <a:ext cx="405720" cy="82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41D17B5C-41B4-6D76-9530-E45198A4E5D2}"/>
              </a:ext>
            </a:extLst>
          </p:cNvPr>
          <p:cNvGrpSpPr/>
          <p:nvPr/>
        </p:nvGrpSpPr>
        <p:grpSpPr>
          <a:xfrm>
            <a:off x="3731327" y="3517389"/>
            <a:ext cx="4527360" cy="702360"/>
            <a:chOff x="3731327" y="3517389"/>
            <a:chExt cx="4527360" cy="70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40" name="インク 39">
                  <a:extLst>
                    <a:ext uri="{FF2B5EF4-FFF2-40B4-BE49-F238E27FC236}">
                      <a16:creationId xmlns:a16="http://schemas.microsoft.com/office/drawing/2014/main" id="{6905DE4B-5D91-F674-5152-DE3B17BB6CC6}"/>
                    </a:ext>
                  </a:extLst>
                </p14:cNvPr>
                <p14:cNvContentPartPr/>
                <p14:nvPr/>
              </p14:nvContentPartPr>
              <p14:xfrm>
                <a:off x="3731327" y="3517389"/>
                <a:ext cx="3260880" cy="335880"/>
              </p14:xfrm>
            </p:contentPart>
          </mc:Choice>
          <mc:Fallback xmlns="">
            <p:pic>
              <p:nvPicPr>
                <p:cNvPr id="40" name="インク 39">
                  <a:extLst>
                    <a:ext uri="{FF2B5EF4-FFF2-40B4-BE49-F238E27FC236}">
                      <a16:creationId xmlns:a16="http://schemas.microsoft.com/office/drawing/2014/main" id="{6905DE4B-5D91-F674-5152-DE3B17BB6CC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725207" y="3511269"/>
                  <a:ext cx="32731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41" name="インク 40">
                  <a:extLst>
                    <a:ext uri="{FF2B5EF4-FFF2-40B4-BE49-F238E27FC236}">
                      <a16:creationId xmlns:a16="http://schemas.microsoft.com/office/drawing/2014/main" id="{684E81AD-F9A5-CFE7-A2BE-BE95C3538B74}"/>
                    </a:ext>
                  </a:extLst>
                </p14:cNvPr>
                <p14:cNvContentPartPr/>
                <p14:nvPr/>
              </p14:nvContentPartPr>
              <p14:xfrm>
                <a:off x="7000847" y="3702429"/>
                <a:ext cx="1257840" cy="517320"/>
              </p14:xfrm>
            </p:contentPart>
          </mc:Choice>
          <mc:Fallback xmlns="">
            <p:pic>
              <p:nvPicPr>
                <p:cNvPr id="41" name="インク 40">
                  <a:extLst>
                    <a:ext uri="{FF2B5EF4-FFF2-40B4-BE49-F238E27FC236}">
                      <a16:creationId xmlns:a16="http://schemas.microsoft.com/office/drawing/2014/main" id="{684E81AD-F9A5-CFE7-A2BE-BE95C3538B7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994727" y="3696309"/>
                  <a:ext cx="1270080" cy="52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43" name="インク 42">
                <a:extLst>
                  <a:ext uri="{FF2B5EF4-FFF2-40B4-BE49-F238E27FC236}">
                    <a16:creationId xmlns:a16="http://schemas.microsoft.com/office/drawing/2014/main" id="{C80F4E00-F0C7-504A-2204-55521E3F8535}"/>
                  </a:ext>
                </a:extLst>
              </p14:cNvPr>
              <p14:cNvContentPartPr/>
              <p14:nvPr/>
            </p14:nvContentPartPr>
            <p14:xfrm>
              <a:off x="8361647" y="4864149"/>
              <a:ext cx="163800" cy="779760"/>
            </p14:xfrm>
          </p:contentPart>
        </mc:Choice>
        <mc:Fallback xmlns="">
          <p:pic>
            <p:nvPicPr>
              <p:cNvPr id="43" name="インク 42">
                <a:extLst>
                  <a:ext uri="{FF2B5EF4-FFF2-40B4-BE49-F238E27FC236}">
                    <a16:creationId xmlns:a16="http://schemas.microsoft.com/office/drawing/2014/main" id="{C80F4E00-F0C7-504A-2204-55521E3F8535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8355527" y="4858029"/>
                <a:ext cx="176040" cy="79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E31D97A1-7519-6934-03AD-0D11D3775A80}"/>
              </a:ext>
            </a:extLst>
          </p:cNvPr>
          <p:cNvGrpSpPr/>
          <p:nvPr/>
        </p:nvGrpSpPr>
        <p:grpSpPr>
          <a:xfrm>
            <a:off x="4182047" y="4183749"/>
            <a:ext cx="251640" cy="245520"/>
            <a:chOff x="4182047" y="4183749"/>
            <a:chExt cx="25164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44" name="インク 43">
                  <a:extLst>
                    <a:ext uri="{FF2B5EF4-FFF2-40B4-BE49-F238E27FC236}">
                      <a16:creationId xmlns:a16="http://schemas.microsoft.com/office/drawing/2014/main" id="{8374FDB7-50D9-A0B7-243E-64210C6D1059}"/>
                    </a:ext>
                  </a:extLst>
                </p14:cNvPr>
                <p14:cNvContentPartPr/>
                <p14:nvPr/>
              </p14:nvContentPartPr>
              <p14:xfrm>
                <a:off x="4182047" y="4183749"/>
                <a:ext cx="233280" cy="144720"/>
              </p14:xfrm>
            </p:contentPart>
          </mc:Choice>
          <mc:Fallback xmlns="">
            <p:pic>
              <p:nvPicPr>
                <p:cNvPr id="44" name="インク 43">
                  <a:extLst>
                    <a:ext uri="{FF2B5EF4-FFF2-40B4-BE49-F238E27FC236}">
                      <a16:creationId xmlns:a16="http://schemas.microsoft.com/office/drawing/2014/main" id="{8374FDB7-50D9-A0B7-243E-64210C6D105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175927" y="4177629"/>
                  <a:ext cx="245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48" name="インク 47">
                  <a:extLst>
                    <a:ext uri="{FF2B5EF4-FFF2-40B4-BE49-F238E27FC236}">
                      <a16:creationId xmlns:a16="http://schemas.microsoft.com/office/drawing/2014/main" id="{26C92F20-FE9C-CD93-CE64-C024C9FB78F8}"/>
                    </a:ext>
                  </a:extLst>
                </p14:cNvPr>
                <p14:cNvContentPartPr/>
                <p14:nvPr/>
              </p14:nvContentPartPr>
              <p14:xfrm>
                <a:off x="4260887" y="4267269"/>
                <a:ext cx="172800" cy="162000"/>
              </p14:xfrm>
            </p:contentPart>
          </mc:Choice>
          <mc:Fallback xmlns="">
            <p:pic>
              <p:nvPicPr>
                <p:cNvPr id="48" name="インク 47">
                  <a:extLst>
                    <a:ext uri="{FF2B5EF4-FFF2-40B4-BE49-F238E27FC236}">
                      <a16:creationId xmlns:a16="http://schemas.microsoft.com/office/drawing/2014/main" id="{26C92F20-FE9C-CD93-CE64-C024C9FB78F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254767" y="4261149"/>
                  <a:ext cx="185040" cy="174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A5F3DEBA-3A14-7B12-7788-8A93A38967D1}"/>
              </a:ext>
            </a:extLst>
          </p:cNvPr>
          <p:cNvSpPr txBox="1"/>
          <p:nvPr/>
        </p:nvSpPr>
        <p:spPr>
          <a:xfrm>
            <a:off x="4215257" y="433086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FF00"/>
                </a:solidFill>
              </a:rPr>
              <a:t>ここはつなげる</a:t>
            </a:r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5A4011D1-53B0-1BD0-14D7-8EA589FEBF7C}"/>
              </a:ext>
            </a:extLst>
          </p:cNvPr>
          <p:cNvGrpSpPr/>
          <p:nvPr/>
        </p:nvGrpSpPr>
        <p:grpSpPr>
          <a:xfrm>
            <a:off x="7045487" y="5181309"/>
            <a:ext cx="815040" cy="830520"/>
            <a:chOff x="7045487" y="5181309"/>
            <a:chExt cx="815040" cy="83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63" name="インク 62">
                  <a:extLst>
                    <a:ext uri="{FF2B5EF4-FFF2-40B4-BE49-F238E27FC236}">
                      <a16:creationId xmlns:a16="http://schemas.microsoft.com/office/drawing/2014/main" id="{69753663-C724-85B1-3EE6-E3445502CE2D}"/>
                    </a:ext>
                  </a:extLst>
                </p14:cNvPr>
                <p14:cNvContentPartPr/>
                <p14:nvPr/>
              </p14:nvContentPartPr>
              <p14:xfrm>
                <a:off x="7472087" y="5181309"/>
                <a:ext cx="239760" cy="53640"/>
              </p14:xfrm>
            </p:contentPart>
          </mc:Choice>
          <mc:Fallback xmlns="">
            <p:pic>
              <p:nvPicPr>
                <p:cNvPr id="63" name="インク 62">
                  <a:extLst>
                    <a:ext uri="{FF2B5EF4-FFF2-40B4-BE49-F238E27FC236}">
                      <a16:creationId xmlns:a16="http://schemas.microsoft.com/office/drawing/2014/main" id="{69753663-C724-85B1-3EE6-E3445502CE2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465967" y="5175189"/>
                  <a:ext cx="252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64" name="インク 63">
                  <a:extLst>
                    <a:ext uri="{FF2B5EF4-FFF2-40B4-BE49-F238E27FC236}">
                      <a16:creationId xmlns:a16="http://schemas.microsoft.com/office/drawing/2014/main" id="{FC01EE51-7245-8091-3295-07E9FA84FE63}"/>
                    </a:ext>
                  </a:extLst>
                </p14:cNvPr>
                <p14:cNvContentPartPr/>
                <p14:nvPr/>
              </p14:nvContentPartPr>
              <p14:xfrm>
                <a:off x="7342847" y="5319909"/>
                <a:ext cx="409320" cy="691920"/>
              </p14:xfrm>
            </p:contentPart>
          </mc:Choice>
          <mc:Fallback xmlns="">
            <p:pic>
              <p:nvPicPr>
                <p:cNvPr id="64" name="インク 63">
                  <a:extLst>
                    <a:ext uri="{FF2B5EF4-FFF2-40B4-BE49-F238E27FC236}">
                      <a16:creationId xmlns:a16="http://schemas.microsoft.com/office/drawing/2014/main" id="{FC01EE51-7245-8091-3295-07E9FA84FE6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336727" y="5313789"/>
                  <a:ext cx="421560" cy="7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65" name="インク 64">
                  <a:extLst>
                    <a:ext uri="{FF2B5EF4-FFF2-40B4-BE49-F238E27FC236}">
                      <a16:creationId xmlns:a16="http://schemas.microsoft.com/office/drawing/2014/main" id="{8097D3B9-C2EA-655F-C1A9-241B726C19BD}"/>
                    </a:ext>
                  </a:extLst>
                </p14:cNvPr>
                <p14:cNvContentPartPr/>
                <p14:nvPr/>
              </p14:nvContentPartPr>
              <p14:xfrm>
                <a:off x="7045487" y="5319909"/>
                <a:ext cx="815040" cy="590400"/>
              </p14:xfrm>
            </p:contentPart>
          </mc:Choice>
          <mc:Fallback xmlns="">
            <p:pic>
              <p:nvPicPr>
                <p:cNvPr id="65" name="インク 64">
                  <a:extLst>
                    <a:ext uri="{FF2B5EF4-FFF2-40B4-BE49-F238E27FC236}">
                      <a16:creationId xmlns:a16="http://schemas.microsoft.com/office/drawing/2014/main" id="{8097D3B9-C2EA-655F-C1A9-241B726C19B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039367" y="5313789"/>
                  <a:ext cx="827280" cy="60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40369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dfd936-ba68-4977-9d24-02754c144e1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659C1CB043E754AB7B456E2CDD719B0" ma:contentTypeVersion="5" ma:contentTypeDescription="新しいドキュメントを作成します。" ma:contentTypeScope="" ma:versionID="59d580430266aa8b7050c6839c1b92f2">
  <xsd:schema xmlns:xsd="http://www.w3.org/2001/XMLSchema" xmlns:xs="http://www.w3.org/2001/XMLSchema" xmlns:p="http://schemas.microsoft.com/office/2006/metadata/properties" xmlns:ns3="81dfd936-ba68-4977-9d24-02754c144e1a" targetNamespace="http://schemas.microsoft.com/office/2006/metadata/properties" ma:root="true" ma:fieldsID="c9b2800a62b7f37d0fc04890beab9803" ns3:_="">
    <xsd:import namespace="81dfd936-ba68-4977-9d24-02754c144e1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fd936-ba68-4977-9d24-02754c144e1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4B3D74-2BA7-4EFE-AACA-0EC49B273A85}">
  <ds:schemaRefs>
    <ds:schemaRef ds:uri="81dfd936-ba68-4977-9d24-02754c144e1a"/>
    <ds:schemaRef ds:uri="http://www.w3.org/XML/1998/namespace"/>
    <ds:schemaRef ds:uri="http://purl.org/dc/terms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C81A1EF-963D-44BB-93FD-0DAA719C8C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fd936-ba68-4977-9d24-02754c144e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985DF4-1EE8-48AC-A0A7-3021060928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22</Words>
  <Application>Microsoft Office PowerPoint</Application>
  <PresentationFormat>ワイド画面</PresentationFormat>
  <Paragraphs>11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平山　光羽</dc:creator>
  <cp:lastModifiedBy>平山　光羽</cp:lastModifiedBy>
  <cp:revision>2</cp:revision>
  <dcterms:created xsi:type="dcterms:W3CDTF">2026-05-14T09:01:05Z</dcterms:created>
  <dcterms:modified xsi:type="dcterms:W3CDTF">2026-05-19T09:49:20Z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0x0101000659C1CB043E754AB7B456E2CDD719B0</vt:lpwstr>
  </property>
</Properties>
</file>